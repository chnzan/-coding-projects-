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2:56:55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24575,'11'243'-1528,"-5"-170"1354,-2-26-138,15 74-1,36 50 143,-13-51 69,-30-87 306,2 0-1,29 51 0,7 15 133,-32-61-250,25 38 0,5 9 911,-19-23-522,-22-48-1841,-2-2-5461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2:56:55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24575,'2'0'0,"1"1"0,-1-1 0,0 1 0,0 0 0,0 0 0,1 0 0,-1 0 0,0 0 0,0 0 0,-1 0 0,1 1 0,0-1 0,0 1 0,-1-1 0,4 4 0,24 34 0,-19-25 0,137 199-1950,-65-87 1536,11 12-438,58 73-1216,-8-10 482,-85-130 1562,65 92-440,-8 4-77,-11-18 1476,-78-111-935,-15-24 0,-1 1 0,-1 0 0,0 1 0,9 24 0,7 18 863,3 11 2763,-24-57-3404,1-2-6160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2:56:56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1216 24575,'36'36'0,"-24"-23"0,0-1 0,1 0 0,1 0 0,0-2 0,16 11 0,17 3 0,-15-7 0,49 34 0,-62-39-152,1 0-1,0-2 1,27 11-1,19 10-133,29 16-426,3-4 0,1-5 0,112 28 0,-95-40 210,8 2 545,-3 3-50,54 17 173,-174-47-157,14 4 199,0 1 0,1-2 0,-1 0 0,1-1 0,28 2 0,-14-3 69,1 2 0,58 14 0,3 2 123,-13-7-400,-16-2 0,121 5 0,14-3-880,78-7-763,-163-8 1210,-76 2 417,23 1-122,97-13 0,-54 3 138,-61 6 0,48-10 0,111-12 812,-157 21-770,126-13 958,-58 11-1000,11-2 0,273-74-5255,-380 78 4404,19-5 5379,50-6 0,-58 10-4528,-1-1 0,0-1 0,0-1 0,-1-1 0,27-13 0,24-10 0,43-2 0,-77 17 0,-1-3 0,39-25 0,23-11 0,-63 38 0,-26 13 0,0-1 0,-1-1 0,23-14 0,-7 0 0,-1-1 0,-2-2 0,0 0 0,-1-2 0,-2 0 0,-1-2 0,29-45 0,49-95 0,-72 114 0,24-64 0,-48 107 0,8-21 0,20-40 0,-24 59 0,-1-1 0,-1 0 0,-1-1 0,0 0 0,0 1 0,2-22 0,0-1 0,-2-1 0,1-51 0,2-18 0,0-1 0,-8 70-119,2 16-59,-2 0 0,-1 0 0,-1 1 0,0-1 0,-2 1 0,-12-42 0,11 52-6648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6:59.89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3136,'2'0,"5"0,3-6,4-1,-2-4,1 1,1 0,4-6,-1-1,-1-2,0 0,-3 0,0 0,-1 4,2 4,4-2,-1-1,-4-2,-1 0,1-1,0-3,5-2,1 4,1-1,0-1,-1 1,-1-2,-3-1,2-2,1-4,-1 2,1 1,8-10,6-6,1 2,-4 3,1 1,-3 2,0-4,-2 0,1 0,-1 1,4-3,2 0,0 0,-4 2,1-2,0 0,-1-2,6-9,4-2,-3 3,0 4,-3-3,-2 2,-2 2,-3 4,0 2,-1 2,2-2,1 0,0 1,-1-2,-3 5,-2 3,2 1,0-1,1-8,1-5,-2 0,-1 5,-1 3,-5 4,-1 3,-1-1,1 0,1 2,-2 3,-1 2,1 3,1-1,-2-1,-3-1,0 0,1-5,2-1,-1-1,0 2,2 3,-2 2,0 2,-1 3,0 0,-2-1,-2-2,-1 1,0 1,3-3,-1 0,0 1,-3 0,2 5,0 2,-2 0,2 2,0 1,2-3,2-6,-1-2,2-6,1 2,-1 2,-3 2,1 6,-1 1,0 2,-1-1,2 0,1-2,3 3,1 1,2 1,1 4,0 3,1 4,-4 6,0 4,0 1,-3 1,0 2,-2 1,1 4,-2 1,1 4,1 3,0 0,1 1,1-1,1 0,-1 2,1 2,-3-2,0 0,2 1,-2-2,1 3,0 8,3 3,1 1,-2-2,0-2,-3-2,1-1,-3-1,2-1,0 0,0 0,1 0,-2-3,0-1,3 0,-2 1,1 1,1 9,1 4,-1 0,0-5,-1-6,-1-3,-2-2,2 1,-2 1,1-2,-2 0,2 0,2 2,-1 1,-2-2,0 0,-1 0,2 4,1 3,-1-4,2 0,-2-3,1-5,-2-2,-1 0,0-2,-1 3,2-1,-1-1,1-1,0-1,-2 1,1 0,0 0,-2 4,-2 2,2-2,0 2,-1-2,1-2,1-2,-1-1,1-5,0 2,-1 0,-1 0,1 1,3-1,3 9,2 12,2 5,-1-3,-1-4,1-5,-2-6,-4-4,-2-2,-3-2,-1-1,1-3,4-1,-1 0,0-1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00.18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0,'6'0,"4"0,4 0,3 0,3 3,2 1,0 0,-1 1,-1 1,-1-1,-1-1,2-2,4 2,3 1,1 2,0-1,-1 3,-2-1,0-2,-1-2,-2-1,5 1,2 1,3-2,-1 3,-1 0,2-2,2 3,3-1,0-2,0 3,-1-1,-1-1,0-2,0 2,-1 0,0-1,-3-1,-1 2,1 0,0-1,1-1,0 2,2 0,8-1,4-1,2-1,-1 2,-3 0,-3 0,-5-1,-4-1,-1-1,-2-1,-2 0,2 0,1 0,1 0,-1 0,-4-1,0 1,8 0,0 0,0 0,-2 0,-4 0,-4 0,0 0,-2 0,-1 0,5-2,3-5,2-1,-3-1,-4 0,-3 2,-6-1,-1 1,-4-1,-1 0,2 3,-2-2,1 1,-2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00.76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52 0,'0'3,"0"4,0 3,0 3,0 3,0 0,0 2,0 0,0 0,0-1,0 1,0-1,0 0,0 1,0 2,0 0,0 1,0 2,0 0,0 2,0-1,0 2,0-1,0-1,0-3,0 2,0-1,0 2,0 0,0-2,0-1,0 2,0-1,0 2,0 6,0 3,0-1,0 0,-2-5,-2-2,0-2,1-2,1 1,0 0,2-1,-1-2,1 3,0 0,1-1,-4 2,-1 3,0 2,1 0,1-2,1-3,0-2,-2-1,-1-3,1 0,0 0,1 0,1 2,1 2,0-1,0 0,0-1,0-1,0 0,0-6,0-9,0-7,0-5,0-6,0-1,0-2,3-4,1 0,2 0,4-2,3 0,-2 2,-1 1,-1 4,2 0,2-1,-2 0,-2-2,0-2,-2 1,2 1,1 1,-1 1,2 0,1 1,-1 0,0 0,1-3,-1-1,-3-2,1 2,1 2,-1 2,1 0,-1 0,0 1,-1-1,2 3,-2 2,1-2,-1 0,-2-1,1 2,-1 1,2-1,5-1,3-1,2-1,1-1,0 0,-1 0,3 0,1 2,-1 5,-1 3,0 3,-2 3,-3-2,-2-1,0 2,1-1,1 2,0 0,2 1,-3 3,-1 3,0 8,1 6,-1 6,-1-1,-3-3,-2-2,1-1,-2 2,2 0,-1 0,-1-2,-3 0,0-1,-2 0,-1-1,3 0,1 0,-1 0,2-1,1 1,-1 0,1 3,0 1,-1 0,2-1,-1-1,-1-1,1 3,0 0,-1 0,-2-1,2-4,0-2,-1 0,-1 0,-1 4,2 2,0-1,0 1,-1-1,-1-1,-1 0,-1 0,4-4,2-3,4-5,4-2,1-3,-1-1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01.10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429 417,'-3'-3,"-4"-3,-3-2,-4 2,-4 1,-3 1,-3 2,-3 1,-4 4,-1 4,-2 6,3 2,3-2,6-1,5-2,4 1,3-3,2 1,2 2,0 5,-2 5,-3 5,1 1,2 2,-1 1,2 2,1 1,2 1,2-3,1-3,1-4,0-3,3-2,2-2,1 0,4-1,3 1,2-4,-2 0,0 0,1-2,1 0,1-2,-3 1,0-2,3 0,2 0,1-2,2-2,2-1,-1-2,-2-1,0 0,-1-1,-2 1,1 0,-1-1,-1 1,1 0,0 0,0-3,0-1,0 1,0-3,0 0,3-2,1-2,0 0,-1 2,-1 3,-1-2,-3-2,-2-2,4-2,3-5,6-3,0 1,-1-4,1 1,-1 0,-2-1,1 1,-1-2,-1 0,1 2,0 2,2-1,-1-3,-1-3,1-3,-1-4,5-5,3-2,-1 1,4 1,-2 2,-3-4,0-1,-3 1,0 2,-1-1,-3 0,-1-3,-5 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01.35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240 81,'-2'-6,"-2"-4,-3-1,1-2,-3 2,1 0,-2 1,-1 3,1 5,-1 10,-2 8,3 4,1 3,1 2,0 3,0 0,1 0,1-1,3-2,-2 0,0 2,-3-1,2 1,0-2,-1 2,1-2,1-1,2 0,1 5,1 4,-3 1,0 1,1 1,0-1,1-2,1-2,1-1,-1 2,1 0,1 1,-1-3,0 0,0 0,0 7,0 0,0 9,0 1,0-1,0-2,0-4,0-2,0-4,0-4,0 1,0 2,0 2,0 1,0 0,0 0,0-1,0 0,0 0,0 5,0 1,0 1,0-2,0-2,0-1,0-2,0 0,0-1,0 0,0-1,0 1,0 0,0 0,0 0,0 0,0 3,0 1,0 0,0-1,0-4,0-1,0-1,0 0,0-2,0 0,0-2,0 0,0 1,0-1,0-3,0 4,0 0,0 1,0-2,0-2,0-3,0 1,0 0,0-2,0-1,0-2,0 3,0 0,0 2,-3 4,-1 2,0 0,1-3,1-2,1-3,0-2,1-1,3-1,4 0,4-4,2 0,3-3,1-3,0-2,1-3,-3-1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09.78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0,'0'3,"3"1,7 2,4 1,3-1,1-2,1-1,-3 1,-1 1,-1-1,1 2,3-1,2 0,-3 2,-1-2,0 0,-1-1,3-2,2-1,0 2,0 1,-1 0,0-2,-2 0,4-1,0 0,0 2,-2 1,0 0,0-1,1-1,1-1,0-1,-1 1,-1-1,-1-1,0 1,-4 3,2 1,4-1,1 0,1-1,-2-1,0 0,-1-1,-1 0,-1 0,6 0,2 0,2-1,0 1,-3 0,-1 0,-3 0,-1 0,2 0,0 0,-1 0,0 0,-2 0,1 0,-2 0,0 0,0 0,0 0,0-3,0 0,0-4,3 0,0 2,-2-3,-2 2,0-2,-1 0,1-1,0 1,0 2,1-1,0 0,0 2,-3-1,-1 0,1-1,-3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0.13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68 1,'0'6,"0"4,0 4,0 6,0 1,0 1,0-1,0 2,0 0,0-1,0 2,0-1,-2 2,-2-1,0-1,1 1,1 2,-2 0,0 1,0 2,1 4,-2 3,0-2,1-1,1 0,1-3,1-1,0-2,1-3,0 0,1 2,-1 2,-3 3,-1-2,0 1,1 0,1 1,1 5,0 1,1 0,0-3,0-1,0-1,0 0,1-3,-1 0,3 1,1 1,-1 1,0 0,2 2,0 0,0-3,-2-3,2 4,0 4,-1-3,2-3,0-4,-2-1,0-1,1-2,0 0,2-2,0 0,-1 0,-2 0,1-1,0 2,3-3,-2-1,0 3,-2-1,-2 1,0-1,1 0,1 2,3 0,-1 3,2-3,0-2,-1 2,0-1,3 0,-2 0,3-2,-3 0,2-3,-2-2,-1-3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0.49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29 1,'3'6,"3"7,5 6,-1 1,2-3,-2 0,1-2,-2 1,-3 0,2 0,-2 1,2 0,-1 3,1 0,0 1,-2 2,-2 0,-1-1,-2-1,0-2,-2 3,1-1,0 3,2 0,2 1,0 0,-1 1,-1 0,-1 3,0 3,-1-1,0-3,0-1,0 2,0-3,-1 2,1 1,0 1,0-1,0 0,0 1,0-2,0 1,0 0,0 2,0 7,0 2,0 1,0-1,0-1,0-2,0-2,0-3,0-4,0-2,0 1,-3 2,-1-1,1 0,0 1,0-1,2 0,-5 7,-2 1,0-1,3 1,1-4,1-4,2-5,-2 1,-1-1,0 0,2 4,-3-2,0 2,-2-1,0-2,1 1,2 2,-1 2,-4 1,1 0,2-3,-2-1,1-1,2-2,1-2,-1-5,0-2,0-1,0-2,-1-6,2-7,3-6,3-4,0-3,4-3,5-3,2-4,1-1,-1 2,-4 1,-2 2,-1 2,0 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0.70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1,'0'3,"0"4,3 0,1 3,-1 5,0 2,0 2,-2 1,0-1,-1 0,0-1,0 3,0 0,-1 0,1 1,0 1,0 2,0 3,0 1,0 0,0-3,0-2,0-3,0-2,0 2,0 0,0-1,0-1,0 0,0-1,0-1,0 3,0 1,0 0,3-1,1-1,0-1,-1 0,-1-1,-1 0,0 0,2 0,1 0,-1 0,3 2,0 2,-1 0,1-1,0-1,-1 0,-1-2,-2 1,2-4,0-1,3 0,0 1,1 1,3 0,2-1,-1-1,0-3,1-2,1-3,2-3,0-4,1-5,-3-3,-1-4,1-3,3 3,-1 0,0 3,-1 0,1-1,3-2,-1 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1.72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391 0,'-3'0,"-4"0,-3 0,-4 0,-1 0,-2 0,0 0,-1 0,0 0,0 0,1 0,0 0,-1 0,1 0,0 0,0 0,0 0,0 0,0 0,0 0,0 0,0 0,0 0,0 0,3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2.66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118 225,'0'-3,"0"-3,0-5,0-2,0-3,0-1,0 0,0-1,0 0,0 1,-3 2,-1 1,1 1,-3 2,0-1,1 0,1 5,-1 3,-3 5,-3 3,-3 3,2 4,-1-1,2 2,4 1,2 2,5 0,5-1,5-4,4 0,-1 0,1 0,-3 0,0-2,2 2,0 1,2 2,1-2,-3 1,0 1,4 1,1-1,-2-1,-1-2,0 0,0-1,-2 0,-1-1,1-2,1-2,1-2,-2 2,-1 0,1 0,1-2,2 3,2-1,3 1,0-2,-1-1,-1-1,0-1,-2 1,1-2,-1 1,0 0,0 0,3 0,0 0,1 0,-1 0,2-3,0-1,0-3,-2 0,-1 2,2-2,1-3,-2 1,0-1,-1 0,-3 1,-3 0,1 0,0-2,1 1,0 2,1 3,-2-2,-1 2,0-2,-1-3,-1 1,1 1,-1 0,0 1,1-1,2 0,0 2,-1 0,0-1,0 2,2 2,0 1,1 4,-3 4,-2 5,-2 2,-1 3,0 4,0 2,-3-1,-1 0,1-1,-1-1,3-1,0-1,-2 0,-1 0,2 0,-1 3,-1 1,2-4,0 0,1-2,1 0,-3 1,0 0,-3 0,0 1,1 3,1 0,2 1,1-1,-2 0,2-5,-1-1,0 0,-3 0,0-5,1-7,0-7,-1-8,3-2,-1-4,0-2,-1 0,-2 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2.86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1 116,'2'0,"5"-3,4-1,2 0,3 1,1 1,3 1,2 0,-1 1,3 0,2 3,3 1,-3 3,-4 0,-2-2,4 3,-2 1,-3 1,3-3,-1 1,0-1,2 1,2 0,4 1,2-1,-2-2,1-2,1 1,-2 0,-1-1,2 5,6 0,7 2,1-1,-1 1,-2-1,-2-3,4 0,1 0,-5-3,3 3,0-2,1 0,3-2,-2-1,2-1,-3 0,2-1,6 2,4 2,-1 0,-2-2,-4 0,-4 0,-4-2,0 1,-1-1,-1-1,-2 1,0 0,-2 0,1 0,-4 0,-4 0,-1 0,7 0,1-3,0-1,-3 0,-3-2,-4 0,-3 1,-6-2,-1 1,-1 1,0 2,4-2,5-3,2-3,-1 1,-4-2,-2-1,-5-1,-4-1,0 1,2 1,-2 0,1-2,2 0,-1-1,-2-3,0-5,0-1,0 1,-1 2,-1 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3.08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1143 1,'-3'0,"-3"0,-8 0,-3 0,-2 0,-4 3,0 3,0 5,5 2,1 0,2 0,3 1,1-2,-1 0,-4 3,-2 6,-2 1,1 1,0 1,1 1,0 0,0 3,1 0,0 0,0 1,0 2,0-2,0 0,0 2,0 0,-3 10,-1 3,1 1,0-2,0-2,5-3,-2-2,-3-1,-2-1,4 3,1 1,1-1,0 0,0-1,0-1,0 5,2 2,-2 6,2-1,0-1,0-7,2-3,0-2,2-2,1 0,-2 1,1-3,-1-1,2 1,-1 1,2-2,-1 0,1 1,-1 6,-2-2,-2-1,1-1,3-3,3-3,-1 0,2-2,-2-2,0-2,-1-1,0-2,3 0,-2 3,0 1,2-1,2 2,-2 1,0-1,1-1,1-2,-2 3,0 2,1 1,1-2,1 2,1-1,1-1,0-3,0 0,0-5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3.32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529 0,'-2'0,"-5"6,-1 5,-2 3,-1 3,-3 0,-2 1,-3 6,-2-1,3-1,1 1,1-4,1-1,-1 1,0 1,-1-1,0 0,1 0,-1-1,-1-1,4 0,1 1,-1-2,3 1,0-3,-1-1,-1 7,-2 1,3 2,2-2,0 0,3-2,-2-3,2-2,-5 2,1 2,1 0,4 1,-2-1,2 0,1 0,2-1,1 3,-2-2,0-1,1-1,0 0,2 1,0-1,0 1,1-1,0-2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3.71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1506 1,'-3'0,"-4"0,-4 0,-2 0,-3 0,-1 0,-3 0,-5 3,-6 4,2 3,3 1,6 0,4 0,1-1,0 2,1 2,-2 4,1 1,-2 5,4 0,0-1,2-2,4-1,-1-1,2 2,1 0,2 0,2-2,0 0,1-1,0 0,0-1,1 0,-1 0,0 0,0 0,0 0,0 0,0 0,0 0,0 0,0 0,0 0,3 3,1 1,0-1,2 0,0 0,-1-2,-2 0,-1-1,0 0,-2 0,0 0,3 0,1 0,-1 0,0 0,-1 0,-1 0,0 0,-1 3,0 0,0 1,0-1,0-1,0 0,-3-2,-1 1,0-1,-2-3,0-1,-2 0,-2-2,0 0,-1 1,2 2,-1 3,-2 0,-1-1,-2 0,2 1,0-4,0 0,-2 0,3 1,0-2,-1-3,-1 0,-1-2,-1 2,-1 1,1 2,-2-1,1 1,0-2,3 0,0-1,1-2,-1 0,-1-1,-1 1,-3 3,-2 0,3 0,2-1,0-2,1-2,2 1,1-1,-1-1,-1-1,-1-1,-3-2,-2 1,-1-1,-2 0,-3-1,-3 1,1 0,1 0,4 0,2 0,-1 0,0 0,-2 0,1 0,0 0,3 0,3-3,0-1,-1 0,3-2,4-3,1 0,-1-1,-1 1,1-4,0-2,-1-2,1-1,0 0,1 0,0-3,2 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4.66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742 0,'0'3,"-3"4,-1 3,-2 7,-1 2,1 4,-1-1,1-2,-3 1,-1 0,-3 6,2 3,-2 0,0 0,-1 2,-1-3,1 0,4-2,3 0,1-1,0-3,-1-2,1 1,-2 0,-3 2,2 0,-2 4,-1 3,-2 3,2-2,-1-1,3-2,0-4,1-3,0 1,1-1,2-1,2 1,-1 1,0-2,-2 5,0 1,2-2,-2-1,1-3,-2 1,0 0,0 0,0-3,2 0,2 2,-2 0,1 3,-2-1,0 0,-1 4,0 3,2 0,-1 0,-3 2,2-3,-2 0,1 0,2-1,-1 0,2 2,-2-6,1 1,-2-3,1 2,-1-1,1 5,-1-3,1 1,2-2,-1-2,0-1,3-2,0 2,2 0,-2-1,0 0,-2-1,-1-1,2 0,-2-4,-2 5,0 4,-1-1,0-1,4-2,-2-1,1 0,2-1,-1-3,0-2,4-1,6-4,7-9,5-6,3-6,1-5,0 0,-1-2,3-1,0 0,-1 2,-1 4,0 1,4-1,-2-3,-1 1,-2-1,-1 1,-1 0,0 4,0 0,-3 0,-1 0,0 2,1 0,-2 0,0-2,0 2,2 3,1-3,1-2,1 1,0 0,0 0,3-5,1 2,0 0,-1 0,-1 2,0 5,2-1,0 3,-1 2,-3-1,-2 1,0 0,2 2,0-1,-2-1,1 1,-1 1,1 2,1 0,-1 0,1 1,0 0,0 0,0 1,1 2,-1 0,0 4,0 0,0 1,3 3,1 3,0 1,-2 1,1 1,-2-3,3 3,0-2,0-1,-1 1,-4 0,-2 0,0 1,0-2,-2-1,0-3,-3 1,1 0,1-1,-1 1,1 0,4 6,5 4,2 3,-2-1,-2-4,-4-2,-2-1,1-1,-3 1,1-1,0-1,0-2,-3 1,0-1,-1-1,-2 4,1 5,0 2,1 1,0-2,-1-1,1 3,-1 2,-1 0,-2-1,-1-2,-1 1,0-1,-1 0,-1 1,1 0,0-2,0 0,-1-2,1-1,0-3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5.70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137 151,'-3'3,"0"4,-4 3,0 4,2 1,-3 2,2 0,-3 1,2 0,1 0,-1-1,0 0,0 4,-1 5,3 3,-2-2,0 1,2 1,2-1,1-2,-2-4,0 1,0 3,2-1,0 1,1 0,0 0,1 0,0 0,1 2,-1 8,0 1,0-1,0 0,0-1,0 0,0-3,0-2,0-2,0-1,0-2,0 1,0-1,0 0,0 0,0-2,0-2,3 4,1 1,-1 2,3-1,0-3,2-2,0-1,-2-3,1 3,2 2,0 2,1-2,2 1,-1 0,0-1,1-5,2-6,1-4,1-4,1-2,-3-8,0-6,-1-3,2-5,-3-2,0 0,-2 0,0 2,1 1,-1 0,-2 2,0-3,2-1,-1 1,1-3,-2 0,-1 1,1 2,-2-3,-1 1,-2 1,2-2,0 0,2 1,-1 2,0 0,-2 2,1-5,1-2,-2 1,-1 1,1 2,1 2,-1 0,-1 2,-1 0,0 0,-2 0,0 1,0-1,0 0,0 0,-1 0,1 0,0 0,0 0,0-3,0-1,0 0,0 1,-3 4,-4-1,0-1,0 0,2 0,-1 0,-3-2,-2 1,0 2,0 4,-2 1,1-1,1 0,1-2,0 0,-1-2,-2 1,1-1,0-1,2 1,0 0,-1 3,-3 0,3 1,2-1,0-1,-2-1,2 0,-1 2,-2 1,-1 2,1 1,6 1,6 3,7 2,5 2,2 1,3 1,2 1,2-1,1 1,0-1,1 0,1 3,1 1,2 0,0-2,1 0,-1 3,-3-1,-2 0,-2-1,1-1,0-1,2 0,1-1,1 0,3 0,-1 0,1-1,1 1,-1 0,-2 0,-3 0,-3 0,2 0,2 0,1-3,-2-1,-1-2,-3-4,0 0,-4 0,-2 0,-2 0,-1 1,-2 0,0 0,3 3,1-1,2-2,-1-3,-1 1,-1 0,-1 1,-1 0,0 1,-1 0,1 1,2-1,2-2,-2-2,-2 4,-2 7,-4 6,-1 6,-1 4,-1 5,-3-1,-2 1,1 1,-3-2,-2-1,0 0,2-1,-1 3,0 1,0 0,0 0,2-1,2-1,1 0,2-1,1 0,-3-3,0-1,0 0,0 1,1 1,1 1,1 0,-1 1,1 0,1 0,2 1,3-1,5 0,2-3,3-3,-2-2,-1 1,2-1,-1-2,-1 1,-1-2,1 0,-2 0,1-1,-3 3,1-1,-2 1,1 0,1-1,0 0,1-1,-2 2,1 2,1 3,-1 1,1 5,-2 1,1 1,1 3,3 2,-3 3,1-3,-2-4,-2-2,-1-2,3-1,-2 0,-1-1,-2 1,1-4,-1 0,-1 0,2 4,3 5,-1 1,2 3,2-1,-2 0,2-6,-3-3,2-3,-3-2,1-3,2 1,-1 1,1-1,1-2,2-2,1-2,1-2,0 0,-1-4,-2-4,1-1,-3-2,0 1,2 1,0 0,-1-1,0-4,1 0,-2-3,0 0,1-1,2-1,1 1,0-6,-1-2,-1 0,1 5,-3-1,-2 1,-1 1,2 1,2 0,-1 1,0-1,-1 2,0-1,-2 0,2 0,-2 0,1-3,2-1,-1 0,-3 1,1 1,2 1,2 0,0 1,-4 5,-2 9,-2 10,-2 7,-1 4,-2 1,1 1,0 0,-1-1,1 0,-1-1,1-1,0 1,0 1,0 2,0 3,0 0,0-2,0-1,0-1,3-4,1-2,-1-1,0 1,2-2,3-6,1-7,0-6,0-8,1-7,-1-3,-2 0,-3 2,2 1,-1 2,-1 1,2 2,-1-3,-1-7,0-1,1 4,0 3,-1 2,-1 2,-1 0,-1 1,-1 0,0-1,0 1,0-1,0-5,0-3,0 0,0 3,-1-3,1-1,0 0,0 1,0 3,0 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6.63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0 404,'6'0,"5"-3,3-1,2 0,2 1,-3-2,-1 0,1-2,3 0,1 1,6-1,2-3,0 1,-3 2,1 2,-1-1,-2 0,2 2,1-2,4 1,-1-3,0 1,-1 1,0 2,2 1,10-4,2-1,-4 1,-5 1,-2 2,-1 2,2 1,-3 0,0-1,1-2,2 1,1-2,-2-1,-4 1,1 1,-2 2,0-2,8-1,1 1,1-1,0-1,-3 1,-2 2,-2 1,0-2,0-1,-1-1,1-1,-2 1,0-1,0 1,-3 1,4-2,0 1,-2 1,-1 2,-6-2,-3 0,0 1,-1 1,-2-2,-1 0,1 1,2 1,0 1,-1-2,0 0,0 0,1 1,4 1,2 1,0 1,0-3,-1-1,0 1,2-3,0 0,0 1,-1-1,-1 0,-4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6.90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224 1,'-3'0,"-4"2,-4 5,-2 6,-3 5,3 1,-1 1,0-1,2 0,0 0,3-1,2-1,2 0,0 0,0 0,1 0,-1 0,-1 0,2 6,-2-1,0-2,-2 3,1-1,1-1,2-1,1 2,-1 0,-1-1,2 2,0 0,1-1,1 1,1 0,0 2,0 2,0 0,0-2,0-3,0-1,0-2,0 1,0 1,0 3,0-1,0 3,0-2,0-1,0 2,3 4,1 1,0-2,-1 0,2-2,0-2,0-3,-2-2,-1 0,0-2,-2 0,3-1,1 1,-1 2,0 2,1 0,1 1,0 1,-2-1,2-1,0 1,0 1,-2-2,-1-1,-1 2,2-3,1-2,-1 0,3-4,0-1,-1-2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7.28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53 1110,'3'6,"4"2,0 2,3 6,-1 2,-2 2,1 3,2 3,2 3,2 3,1-2,-1-2,-1-4,1 0,0-1,2-1,0 0,0 1,-2-2,0 0,-4-2,0-1,2 2,1 1,1-1,4 3,3-3,-1-2,-2 2,-3-3,0-1,0 0,1-1,-1 1,2-3,-4 0,0-3,-2 0,-1 1,4-1,3 1,7 4,2-1,0-2,-5-1,-3 1,-1-1,-1-4,-1-2,1-2,0-1,1-2,-1 0,7-1,2 1,2-1,0 1,1 0,-2 0,-1 0,-3 0,-3-3,-3-4,3-9,2-5,-3-2,-1 0,-1 1,-1 5,1 2,-3-3,0 0,-3-1,-3-2,1 2,-2-2,1-3,3 1,-1-3,2-5,-2-4,0-3,0 0,-3 2,1 1,0 1,-2-3,1-1,0 1,-2 0,-1-2,-1 0,-1 1,0 0,-1 2,-1-2,1-9,-3-3,-1-1,-2 3,-1 3,-2 3,-2 6,-2 4,0 1,1 0,-1 0,-1-1,1 2,1 1,-1-1,-1 1,-1 4,-4 3,-7-7,-6-1,4 1,0 4,2 2,3 5,-1 4,-2 0,0 0,0-1,0 0,3-1,-2 3,2 0,-2 3,0-1,0 0,-9-2,-1 1,0 3,3 1,1 0,2 3,5 2,2 1,-1 1,2 1,-3 0,1 1,1-1,-2 0,1 0,1 1,-2-1,1 0,2 0,0 0,2 0,1 0,0 0,1 2,0 2,3 3,1-1,0 3,2 2,0 2,2 3,0 3,1 1,-1 1,1 0,2 1,2 1,2-1,1 1,0 3,2-3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8.30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479 22,'0'3,"0"4,0 6,-3 1,-1 4,-2 2,-1 0,-2 3,1 0,-1 0,0-2,3-2,-2 0,2-2,-2 6,1 2,-2-1,1-1,2 1,-1-1,1 2,1 0,2-3,-2 2,0 0,-2 1,0 2,-1 2,0 0,-1 0,1-2,-2 7,-1 2,-2-1,1-4,0 1,-1 2,2 0,0 0,-2 0,2 1,0-4,2 3,-1-3,2 0,-1 1,1-3,-1-3,-2 5,2 4,-2 1,2-2,2-5,-1-3,1-2,2 3,-1-2,1 1,0-1,2-1,1 0,1-1,-2-1,-1 4,0 1,2-2,0-1,1 0,0-1,1 2,0-1,0-7,0-13,0-9,0-7,1-5,-1-1,0-2,0 0,3 4,1 1,-1 1,3 0,0-1,2-7,-1-2,2 0,2-2,-1 1,1 2,-1 1,-3 2,-2 2,3-6,1 0,2-3,1-3,-1 2,1-1,7-4,0-2,-1-1,1-1,-1 1,-1 1,1 0,-4 4,-1 0,-2 1,-1-2,1 1,2-2,4 0,-1 2,0 0,-2 1,4-10,3-4,0 3,-1 3,-3 4,-2 3,-3 3,-4 1,-1 0,2 0,0 3,0-1,2 1,-1 2,1 2,2 1,-3-2,2-3,0 0,-1 0,-3 3,1 3,-2 3,-2 1,1-3,3-5,-1 0,2-1,-1 1,0 5,3 5,1 4,2 4,1 2,0 5,1 2,1 2,-4 4,0 2,0 3,0 0,4 7,-2 3,-2-1,-2-2,0 2,-1-2,-1 3,2 1,-1 0,-3-3,0-1,-1-3,-2-1,-2-1,2 2,0 0,-1 1,-2-2,0 0,-1 5,3 1,0 0,-1-2,0 1,-1-1,-1-1,0-2,-1 0,0-2,0-1,0 0,-1 3,1 1,0-1,0 6,0 6,0 1,0-2,0-3,0-4,0-3,0-3,0 0,0-1,0-1,0 3,0 2,3-7,1-8,5-8,1-6,3-8,-2-5,0 3,2 3,1 2,1 3,1 3,-2 8,-1 8,-2 4,-4 4,-2 4,-2 4,1 2,0-2,-1 1,2-1,4-2,-1-2,2-4,2-3,-2 0,2-3,-2-1,0-1,1-2,2 0,2-2,4 0,1-2,1-1,2-2,-3-2,-1-2,-2 0,0-2,-1 0,0-2,1-3,0 1,-1-1,4 2,1 1,-3 1,-2 0,-3-1,-2-2,1 1,1-2,1 2,-4 2,-7 3,-8 1,-2 5,-2 4,-4 5,-2-1,-1 3,-1 0,0 2,2 1,4-3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8.73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206 0,'-3'6,"-3"4,-4 7,-4 4,-4 3,-3-2,3-2,1-5,4-1,0 0,4-1,2 2,4 0,-2 1,-3 1,1 6,0 1,0 1,0-2,2-2,1 2,2-1,1 0,1-2,0-1,0 2,1 0,-1 0,0-1,0-2,0 3,0 1,0-1,3 2,1 0,2-2,1 0,-1-2,-2-1,2 3,0 0,1-1,0 0,1-1,0-1,1 3,2 0,-1 0,1-1,2-2,-2 1,0-2,-2 0,1-3,2-1,3 1,1 0,-1-2,1-1,1-1,-1-3,1-2,0 0,0 0,0-1,0-1,3-2,1 0,0-1,-1 0,-1 0,-1 0,0 0,-1 0,6-3,2-4,-1-1,2 1,-1-1,-2 1,-2-2,2-1,-1-3,2-2,0-1,2-1,-2 0,-1 3,-1 0,-3 3,3-2,5-5,1 0,0-2,-1 0,-1 2,-2 2,0-2,0 2,-2 0,-2 1,-1 2,-1 1,-1 0,0 1,-3 0,-1 2,3 3,-2-2,-2-1,-1 1,1-2,-2 4,-5 6,-4 6,-2 5,-3 3,-2 3,-2-3,0 0,1 1,2-3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8.97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954 0,'3'6,"1"8,-1 7,0 3,-1 3,0 0,-2-2,1-2,-10 10,-3 4,-2 2,-2 1,2-2,1 0,-1-2,-1-1,0 6,-1 1,-1-1,0-1,0 1,0-1,0 2,0 5,-3 1,-7 14,-2 4,2-4,2-4,2-4,-3 2,0-4,1-1,2-4,2-2,2 4,1 2,1-2,0 0,0 2,1-1,-1 0,-6 8,-1 1,-1 1,2-3,5-6,2-3,2-4,-1 0,0-2,2-3,1-1,2-3,0 0,2 2,-1 4,-2 0,1 8,0-2,1-5,2-8,3-3,-2-4,1-2,1-1,1-2,-1-2,-1-1,1-2,1 0,2 0,0 0,0-1,1 1,3-3,1-7,0-10,-1-8,-1-4,-1-3,0-2,-1 1,0 0,0-3,0-3,-3 0,-1 1,0 2,1 1,1 2,-2 4,0 2,0 0,1-1,0 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9.13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23,'5'3,"3"4,2 0,0 3,1 1,1 3,2-1,-2-1,0 2,2 0,3 5,5 4,1 1,1-4,-2-1,-5-2,-1-4,-2-1,1-2,3-1,4 2,2-1,-1-3,2-2,2-2,2-1,3-2,-5 3,-4 0,-2 0,-3 0,-1-2,2 1,1-2,6 0,1 0,-4-3,-3-1,-2 1,-1 0,0 1,-1-3,-3-2,0-1,-3-2,0 2,1-2,1-2,3-4,0-3,-1-1,-4 1,-4-1,-2-1,-2-1,-1 1,-1 0,-1 2,-3 4,-3 1,-1 0,-2 3,-2 0,1 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9.32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0,'2'0,"5"3,4 1,2 0,-1 2,4 0,-1 2,0-1,0 2,0 0,1-3,1-2,0-1,0 1,0 0,0 0,0 1,0 1,0-2,0 3,0-1,0-1,0 1,3 0,1-1,3 1,0 0,-2 2,0-1,0-1,1-2,-4 2,-3-1,-1-1,3-1,2-1,2 2,1 0,-1 0,-1 1,2 1,-1 2,0-1,-2-1,-1 1,-1 0,-3 1,-5-1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19.86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377 668,'0'-3,"3"-1,4 0,3 1,4 1,1 0,2 5,0 0,1 1,0 2,0 0,-1-1,0-1,1-2,-1-1,0 0,0-1,0 0,0-3,-3-4,-1-1,-2-1,-1-3,-2-2,1 1,-1 1,-3-4,-1-3,1 3,0 1,-1 0,-1-1,-1 1,-1-2,-1 1,-3 2,-1 1,-3-3,0-3,1 1,2-1,-2 0,-2 4,0 1,-2 0,-2 0,2-1,-2 0,0-2,-2 1,1-1,1 2,2 2,0 3,-2-1,-1-3,-1 0,-2 0,0-1,-1 3,0-1,-4 0,0 0,0 1,1 3,-2 0,-1 1,-1 3,0 2,1 1,2 1,4 4,3 1,-3 6,-1 7,-1 0,4 1,3-1,2 1,2 0,0-4,0-1,0-2,1 2,1 2,-1 4,1 2,2 0,-2 0,-3-1,0-1,2-1,2-1,-1 0,0 0,2 0,-2 3,1 4,0 0,2 5,0 1,2-2,1-3,0-3,0-2,0-1,1-2,-1 2,0 2,0-1,3 0,4-2,0 0,3-3,-1-1,-2-1,1-2,-1 0,1 1,2-2,0 1,0 1,-1 1,1-1,2 0,4 4,2 2,2 1,2 0,4 0,1-1,0 0,3-3,-5-2,-3 0,-3-1,-1-4,-1-3,-1-3,0 0,-2 1,-2 0,1 3,1 1,1-2,0 2,2-1,0 2,0 3,0-1,0-2,0-3,-2 1,-2 0,3-2,5 2,2 0,-4 1,-1 0,-2-1,3 1,1-1,0 2,-1 0,3 0,0 0,-1-2,-1-2,0-1,-2-2,2-1,2 0,-2 0,0 0,-1-1,-1 1,0 0,-1 0,3-3,3-1,2-2,-2-4,-1 1,-4-2,-3 1,-1 0,1 1,-3-1,-1 2,-1-1,-1 1,-1-1,1-2,2 1,-1 0,0-3,-1 0,-2-2,1-1,-2 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21.06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291 429,'3'0,"4"-3,3-4,4-3,-2-4,1-1,-2-2,-3-1,-3 1,-2-1,-1 0,-2 1,0-1,-1 1,1 0,-1 0,1 0,0 0,-1 0,1 0,0 0,0 0,0 0,0 0,-2 3,-2 1,-3 2,0 1,-1 1,-3 4,-3 1,-1 2,-1 1,-1 1,0 0,-1 1,1-1,-1 1,-2 2,-1 3,0 2,1 2,4 1,1 3,1 1,3 2,0-3,2 0,0-1,1 2,2 0,-1 1,1 1,2 0,0 0,2 0,2 0,-1 0,4 0,4-2,4-2,2-3,3-3,1-2,1 0,-1 0,1-1,0-2,-1 0,4-2,0 1,-1-1,0-1,0 1,-2 0,0 0,-1 0,3 0,1 0,-1 0,0 0,-1 0,-1 0,0 0,-1 0,-3 3,-4 0,0 4,-3 3,1 2,-1 3,2 4,-2 2,1 3,0 0,-2 0,-2-2,-1-2,-2-1,3-1,-1-1,1 6,1-2,1-1,-2-1,3-1,-1 0,-1-1,1 0,3-3,0-1,-2 0,-2 1,1 4,0 1,1 1,3 0,2 2,0 0,0 0,-2-2,0-1,2-3,-2-2,-2-1,1 1,1-2,-1-1,1-1,1 0,0 1,0-1,1 0,-1 2,0-1,-2 0,1-1,2-1,1 0,-2 0,-2-1,-5-2,-8 1,-4-1,-5-1,-3-2,-1-1,-4-1,-4-1,-1 0,5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22.33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733 0,'0'3,"0"4,0 4,0 2,0 3,0 0,0 5,0 0,0 4,0-1,0-1,0-1,0-2,0 7,0 3,0 1,0 1,0 2,0 0,0 0,0 1,0-1,0 1,0-4,0-1,-5 1,-3 0,1 1,1 1,-1 6,0 3,-1-1,1-1,1-1,-1-3,1 3,1-3,-1-2,0 2,1 0,-1 1,0-1,1 0,-1-4,0 2,1 0,-1 7,0-1,-2-2,1-1,1-2,-1 0,1-1,1-3,1-4,-1 0,0 0,-1-1,-1 0,1 0,2 0,2-1,0-1,-1 0,-1 2,-3 0,1 1,1-1,-2-3,0-1,2-2,-2-2,1-1,1 0,-1 0,0 0,2-1,-3-2,-2 5,-2 5,-3 1,1-1,4-1,-1-1,-1-6,-1-7,0-9,4-7,-1-2,2-3,-2 1,2 0,1-2,2-2,-1 3,0 0,1-2,1 0,-1-1,-1-1,1-1,-2 0,-3-3,-2-1,0 0,2 1,0 1,1 1,-1 0,2 0,-2-2,2 0,1-1,1-2,0 1,0 0,1 1,-2 2,0 0,-1 1,0-1,-2-2,1-2,-1 2,1 2,2-1,-2-1,2-5,1-1,2-2,-2 1,0 0,1 1,1 0,1 2,1 1,-2 3,-1-1,0 0,2 1,0-2,1-2,0-4,1-1,0 0,0 3,0 3,1 3,-1-1,0 0,0 2,3 0,0 1,1 2,-1-1,-1 1,2 0,4-2,-1-2,3 3,2 2,-1 1,0 3,-1 0,0-1,-1 0,-3-2,1 3,2 2,0 1,1-2,7-4,1-2,1 1,-1 0,3 1,-2-1,1 3,-2 1,-2 2,-1 0,1 1,-3 0,-1 2,0-2,2-2,1 2,1-2,0 2,1 2,0 2,0 0,1 0,-1-2,0 0,0 2,-3-2,-1 1,1 1,3-2,2 1,0-1,0 0,-3-2,2 1,0 2,0 1,0 3,0-3,-1 1,1 1,-1 0,0 2,0-3,3-1,4-1,0-1,0 1,-2 2,1 1,6 2,0-3,-1 0,-3 1,-3 0,-2 2,5 0,0 0,-1 1,-2 0,-1 0,-2 0,0 1,-2-1,0 0,2 0,2 0,-4 3,2 0,3 4,4 0,3-2,0 3,-3-2,1 0,-2-3,-5 3,-3-1,-4 1,-2 1,0 2,2 1,1 3,1 2,-2 1,-3 1,-3 0,-3 4,0-3,0-1,0 0,-2-1,-1 1,0-1,-1 1,0 0,0 0,0 2,0 2,-1 0,1-1,0-1,0 0,-3-5,-3 0,-5-1,-2 1,-2-2,-2 0,-1-2,0-3,1-3,-1-2,-2 0,-2-2,2-1,-1 1,5-4,2 0,0-3,-7 0,-1-2,-1-2,1 1,1-1,-1-2,-4-4,1 1,1 0,2 3,2 1,4-1,2 2,1 0,-1 2,-1-1,0 2,2-1,0-1,-3-3,1-1,0 1,3 0,0 2,2 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22.83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257 53,'-3'0,"-3"3,-7 4,-5 0,-1 0,2 1,-2 2,3 3,1-2,3 1,0 1,0 4,-4 5,1 5,-1-3,4-2,2-2,4-1,0-5,1-1,1 3,2 2,1 6,0 4,1 2,0 0,0-1,1 0,2-6,3 1,5 0,2 3,3-3,-2-3,0-2,-3-2,-3 0,0-1,1 1,3-4,4 3,0 1,0-3,0 0,1 3,0 2,2 0,-1 0,-1-3,2-2,2 0,-1-2,-4-1,-1-2,-4 1,0-2,1-3,0 2,3-1,0-1,-2 1,0 0,1-2,0-1,1-1,1-1,1-3,-3-5,-1-3,-3-4,1 1,-2 0,-3-1,1-4,-2-1,0-1,1-3,-1 0,0-2,-2-3,-1-4,-1-4,0 2,-1 3,0 5,-1 1,1-5,0 1,0 2,-3 0,-1 1,-3 3,0 2,-1-2,0 2,-2 0,2 1,-2 1,2-2,-1 0,-2 3,-2 2,1 1,0 0,2-1,0-3,-7-4,-1-1,0 1,0 4,0 2,0 2,1 2,0 2,3-1,0 2,1 2,2 0,0 1,-1 2,-2 2,0 1,1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23.33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0,'0'3,"0"7,0 4,0 3,0 4,0 2,0 0,0 1,0 0,0-1,0-2,0-2,3 0,0 1,4 4,0 3,-2 1,0-3,0-2,1-2,1-2,0-1,-1 0,-2-2,1-2,0-1,2-3,3 0,2-2,3-2,3-3,6-1,1-1,-1-1,-1-3,-2-4,1-7,0-3,5-5,-2-2,-3 0,-2 5,-1 5,-4 0,-2-2,0 0,0 0,2-1,-3 0,1 2,0 5,-2 0,0 0,4-2,0-2,-1-1,1-1,1 2,0 3,1-1,0-3,3-1,1-1,0 0,-1 3,-1 3,-1 7,0 7,-1 5,3 5,1 3,-3 2,-2-3,-4 0,0-4,-3 1,0-3,1 0,3-1,1-3,1 2,2-1,0-1,-3 1,0 0,-1-2,1 3,4-2,2 3,0-1,3-1,0-2,-1-1,-1-2,-1 0,-2-1,3-1,0 1,-1 0,3-1,3 1,-1 0,-3-3,-4-1,-1-2,-1-4,0 0,-4-1,1 2,-4-2,1 0,-1-3,0 0,-2-2,-1 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23.88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394 37,'0'6,"0"8,3 4,0 2,4 6,3 5,0 0,0-6,0-3,-3-4,1-1,2-1,2-3,-1-1,1-2,0 0,2-2,1-2,2-2,-1-2,1-1,1-7,-1-2,-3-3,-3-2,-4-2,-1-5,0 0,-2-1,-2 0,-1 1,0 2,2 3,1 1,-1 0,0 0,-1 0,-1-2,-4 0,0-1,-4 3,-3 1,-2 2,-3 4,-2 2,-3 3,-1 1,0 1,-3 0,1 1,0 0,2-1,-1 0,-3 1,0-1,-2 0,1 0,-1 0,2 0,1 0,0 0,0 0,3 2,0 2,-1 3,3 2,2 1,-2 1,2 1,1 3,4 0,0-2,0-3,2 0,-1 1,2 1,3 2,2 4,1 3,2-1,4 3,4 3,1 1,2-3,-1-1,1-3,-1-1,1-1,-1-1,-3 0,1 0,2-1,3 7,2-2,-2 0,1-2,-3-1,-2 0,0-1,1 0,0 0,0-3,3-1,-1 0,0 1,-2 1,-2 1,0-3,3 0,-1 0,-2 2,1 0,1 1,6 6,3 5,1-1,-3-3,0-6,-4-1,-4-2,0-3,-1 0,-2 0,-2 2,1 2,3 0,4-2,2-6,2-4,-1-5,-1-3,1-3,-2-4,-4-2,1-1,-2-2,1 3,-1 0,2 0,1 2,0 1,0-2,3 0,0-5,2-1,-1-2,-1 2,0-4,1 1,2 3,-3 3,0 0,-3 0,-2 1,-1-4,2-4,0-1,0 1,3 1,-2 1,-2 2,1 1,-2 0,-2 1,-1 1,1-1,0 0,-2 0,0 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24.47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462 71,'0'3,"0"4,0 12,0 6,0 1,0 3,0-2,-3-1,-1 0,0-2,-1 2,-1-2,1-1,-2 0,1 1,-2 0,1 6,-2 1,1 0,2 1,-1-2,0 0,-1 0,1-1,-2-1,1 1,-1 2,-2-5,1-1,-1 1,2 2,-1 2,-1 8,-2 3,1 0,0-1,2-2,0-6,1-4,0-1,1 2,-1-2,1 0,-1 2,1-2,0 1,0 1,-2 2,0 7,0-1,-1 1,2-5,2-4,-1-5,1-2,2-4,-1-1,0 0,2-1,1 0,1 0,1 1,-2-3,-1-1,-3-3,1-5,1-8,1-8,1-5,2-3,0-1,1 0,0 0,0 1,0 1,1 0,-1 1,0-1,0 1,0-2,0-2,0 0,0 2,0-6,0-1,0 0,0 3,0 2,0-2,0 1,0 1,3-2,1 1,-1 0,0 2,-1-2,-1-1,3-3,3-2,0 2,3-1,-1 1,0 3,3 1,-1 3,0-2,-2 0,1-3,2 1,-2-3,0 4,0 3,0-2,1 1,2-6,1-4,2 1,1 1,0 1,0 4,0 1,-2 0,-2 2,1-2,-3 1,1 0,0-2,1 3,2 2,0 1,2 1,0-6,0-2,-3 0,0 5,-1 2,1-2,2 0,-1-1,-1 2,-1-1,0 4,1 2,-1-1,-1 0,6-4,1-1,-1 2,1 1,-5 1,0 2,0 4,-3 0,0 2,1 2,1 2,2 1,0 2,2 0,-3 3,-1 1,1 3,-3 3,3 3,0 2,-1 1,-2 2,0-1,4 4,-1 0,1 0,-3-1,0 0,0-5,2-1,-2 0,0 0,0 1,2 0,-2 1,0-2,1-1,1 1,1 0,-2-2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25.14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1161 957,'-3'3,"-3"4,-5 3,-2 4,-3-2,2 1,4 1,-1-2,3 0,-1 3,-1 0,0 0,3 0,-1 1,1 0,-1-2,1 1,-2 3,1-1,2 1,-1 3,1 1,-2-1,1 0,-2 1,1 0,-1-4,1 2,-1-1,1 0,-1-1,1 3,-1 1,1-1,-1 4,1 2,-1-1,1-3,-1 2,-2-2,-2-1,1-2,0 2,2 0,0-1,-2-1,2-1,2-1,0-1,1 1,-4 4,0 3,-2-1,0 2,-2-1,-1-2,3 1,0 0,2-2,0-5,0-1,-2 1,-1 1,-2 1,2-1,1 0,-3 3,-2 3,-1-2,0 1,3-1,2-1,0-1,-1-1,0-4,2 1,1-1,-1-2,2 1,-1 1,0 0,-1-2,1 0,0-2,2-1,3 1,2 2,0-1,0-1,-2 5,-2-1,-4-3,2-1,-1 1,2 2,0-3,1 1,2 1,0 0,-2 0,0-1,0-2,0 0,2 1,0-1,0 1,-1-2,-2 1,1 1,1 2,0-1,1 0,2-8,1-13,2-11,1-5,1-1,0 1,0 2,1 1,-1 3,0 0,0 2,0 0,0 0,3 1,1-1,2-6,1-1,2-3,-1-3,1 1,2 0,0-1,0-2,-2 0,1-1,2-1,-2 0,1-1,1 1,2 0,1-3,1-1,0-9,4-5,4 1,1 0,-1 3,-2-2,-1 2,-2 0,-1 3,0 0,-2 2,1-3,0-3,0 1,-1 1,7 2,2-3,2-11,0-4,1 1,1 4,-1 4,1 5,-3 5,-1 4,-1-2,0-1,-2 2,1 2,-1 5,0 5,-2-1,2-2,0 0,2-4,0 1,-1 1,-2 3,-2 4,3 7,-1 4,-3 1,-2 1,-4 0,-1-1,1-1,1 3,4-3,8-7,3 1,-4 0,-3 5,-2 2,-1 3,-1 2,-4-2,0 3,2 2,0-1,-1 1,1 2,0 2,1 1,1 1,0 1,0 0,-3 3,-1 2,1 1,-3 4,0 0,1-2,-1 1,0-1,1 0,1 3,2 1,-2 3,0 0,-3 2,0-3,2-3,1-1,-1 0,-4 3,1-2,2 0,-2 2,-2 0,1-1,2 4,2 0,-1 2,0 0,2 3,1 1,1-4,-2-1,-3-1,0-1,-2 4,0-2,-1-1,2 0,1 0,3 3,-2 1,1 1,1-2,-1 0,-4 0,-2 1,0 2,0-2,-2 0,-2-1,3-3,-1 0,0 2,-1 0,-1 2,-1 2,0-1,-1-1,0 0,-3-5,-2-1,1-1,1 2,-2-1,-3-1,-3-3,-3-1,-1-2,-2 1,0 2,-1 0,4 0,0-1,0 0,-3 3,-5 1,-1-1,0 0,-2 1,-2 1,0-2,2-3,3 1,-2 0,1-1,2 1,1-1,-2 0,0 0,2-3,0-2,1-1,1-2,0-1,1 0,0 0,0-1,0-2,4-4,-3-7,-2-3,1 0,2 2,1-1,0-3,2-2,1 1,-1 0,1 1,3 1,3 0,-1-2,1-1,-2-3,0 1,2 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25.60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290 1,'-2'0,"-2"3,-3 1,1 2,0 4,-4 3,-1 1,0-1,-3-2,2-1,3 1,3 1,0-1,0 1,-1 1,-3 3,-2 1,1-2,-1 1,2 1,-1 2,3 1,-2 1,2-1,2-1,2-1,-1 0,0-1,-2 1,0-1,2 0,1 2,-1 2,0 0,0 4,2 2,-1-1,-1 0,1 0,1-3,1 2,1-2,1-1,0-2,0 2,0 0,0-1,0-1,0 2,0 2,1 1,-1-1,0-2,2-2,2-1,0-1,1-1,1 0,2 0,0 0,0-1,4 7,-2 1,1 1,-2-2,1-5,2-2,1-1,2-4,-2 1,-1-1,-1 3,-1-3,5 1,2 0,1-1,0-2,1-4,-4 1,-1-1,0-1,1-1,0-2,1 0,0-1,4 0,3 0,2 0,-1-1,-2 1,-2 0,0 0,-5-3,-2 0,-2-4,-1-2,1-1,1 2,-1 0,1-3,0-4,2-4,4 0,2 0,-3-1,2-1,-2-1,-2 0,-2 2,-2 4,1 1,-1 1,-1-3,-1-1,-2-2,-3-2,1 3,0 0,-1 2,1-2,1-1,-2 0,0 0,-2 2,-1-1,-1 2,0-1,0 1,0-3,0-3,0-2,-3-1,-4-3,-4 1,-2 0,-3 1,-3 2,0 3,2 5,3 3,1 3,0 4,2 0,0 1,2 0,-1-1,2-1,-1-2,-1 0,-3 2,-1 3,-2-1,2-3,1-2,-1 0,0 0,-1-4,-1-1,-1 1,0 3,3 0,4-1,0 2,2 0,0 2,1-1,-1-1,0-2,3 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25.86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67 0,'0'3,"0"4,0 3,0 3,3 3,1 0,0 2,1 0,1 0,-1-1,-1 1,1-1,0 0,0 0,-2 0,-1 0,-1 0,-1 0,0 3,-3-2,-1-1,-3-3,-3-2,1 4,-2-2,-2 0,2 1,-1-3,0 1,-2-4,1-1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26.21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67,'0'-3,"2"0,2-4,0-3,2 1,-1-2,1-2,-3 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26.88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291 342,'-3'6,"-3"5,-5 6,1 3,-2 4,-1 4,-2 3,3-1,-1-6,2-1,4-1,-1-5,2-2,1-1,-1 3,1 2,-3 0,1 0,-1 0,0-1,2 2,-1 2,0 1,-1-2,1-2,1 1,-1 1,1-1,1 0,2-2,1 3,-2 1,-1-2,2 0,0-1,1 0,-2-5,0-1,0 1,-2-3,0 0,2 1,0-5,2-9,1-7,0-5,1-6,0-5,1-1,-1 0,3 0,1-6,-1 1,3 2,0 4,-1 2,2 6,-1 0,-1-1,2 1,-1-3,-1-4,1-4,0-2,-1 0,-2 3,-1 3,-1 3,3-1,0-3,-1 0,0-1,2 4,-1-1,1 1,1-1,-1 0,3-2,3-3,-2 1,2 5,-2 4,2 1,-3 1,2 1,-2-1,1 3,-1 0,4-3,2-1,3-2,-3 0,0 4,-2 0,-1 4,1 1,1-2,1 2,2 3,0 2,1 2,0 2,1 4,-1 3,-3 5,0 3,-4 2,1-2,-3 0,1-3,2 0,-2 1,-1 1,-3 2,1 1,2 0,3-2,-1-1,2 1,0-3,-1 0,1 2,-2 0,-3 2,0-2,0 0,-3 0,0 1,0-2,1 1,2-1,0 2,1 2,0-1,1 8,2-2,-1 0,-2-1,-2-2,-2 3,0 0,0 0,0-2,1 0,4 2,-1 4,2 2,-1 1,-2-3,-2-1,-2-3,-2-2,2-4,1-2,0 0,-2 1,3 0,-1 2,0 0,-1 0,-1 1,3 0,-1 1,0 2,-1 4,2 1,0-2,-1-1,2-1,0-2,1-4,4-4,1-5,0-6,-3-5,0-8,-1-5,-2-2,-2-1,-2 1,-1 0,-1-1,0-1,-1 0,1 2,0 1,-1-2,1 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27.14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1,'2'0,"5"0,3 0,4 0,4 3,3 3,0 2,-3 1,1 3,0-1,0 1,2-2,-2 0,-1-1,-2-3,-2 1,-2 0,1-3,3 0,3-2,0 1,0 1,3 3,0-1,0 0,-2-2,-1-2,0 3,-1-1,-1 0,0-1,0-1,-1-1,1-1,0 1,0-2,0 1,-3-3,-1-1,4 0,4-2,1 0,0 1,0 1,-2 2,-1 0,-1 2,0 0,-4-3,2 0,1-1,0 2,1 0,0-2,-1-1,-2-2,-2 0,1-1,0 0,1 1,0 0,5-2,-3-3,0 1,0 2,-1 0,1 1,-4 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27.46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817 1,'-3'3,"-1"3,1 5,0 2,-3 0,1 3,-2-1,0 2,-2 2,1 0,-1-3,1-1,-2-4,2 0,2 1,2 0,1 3,-1 0,0 1,-3-2,1 0,0-1,0 4,-1 5,-1 2,1-1,1-1,-1-2,1 0,1-2,-1-1,0 3,1 1,2-1,-2 3,0 0,0-1,2 1,-1 3,-1 0,1-1,1-3,1-2,1 2,1-1,0 0,0-1,0-1,0-1,0-1,0 3,0 1,0-1,1 0,-1 2,0 0,0 2,-3 1,-1-3,0 0,1-3,1 0,0-2,2 0,-1 0,1 0,-3 0,0 2,-1 2,1 0,-2-1,0 2,-2-3,0-1,1-2,-1 0,1 1,0-1,0-3,0 0,-2-2,1-1,2 1,0 2,0 4,-3 2,-3-2,1-1,-2-3,3-1,-2 0,-1-2,2 1,2 1,-1-2,2 1,-1-2,-2 1,-2 1,-5 2,-3 5,0-2,3 0,4 1,2-3,2-2,0-2,-1 0,-2-1,1 0,-3 1,0 3,0-2,0 4,-2 2,0-3,3 1,0-3,0-4,-1-3,-2-2,3-2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28.65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8 68,'-3'0,"0"3,2 1,7-1,7 0,5-1,4-1,0 0,3-1,-1 0,2 0,0 0,-3 0,-1 0,1 0,-1 0,2 0,0 0,-2 0,2 0,5 0,1 0,-2 0,0 0,1 0,-1 0,0 0,-2 0,1 0,-5-3,1-1,-2 1,2 0,0 1,1 0,6-1,4-1,-2 0,-3 1,0 1,-3 1,-3-3,-1 1,-3-1,-2 1,3 2,1-1,-1 2,-1 0,0 0,-1 0,3 0,0 0,0 0,-2 0,0 0,2-2,1-2,-1 0,-1-2,-1 0,-1 1,0 1,-4 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29.38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1,'3'0,"3"0,8 0,3 0,2 0,1 0,3 0,0 0,-1 0,-1 0,-2 0,0 0,-1 0,-1 0,6 0,4 0,1 0,1 0,-1 3,0 1,2-1,-2 0,0 0,1-2,-4 3,-1 0,2 0,-1-2,1 0,-1 0,7-2,1 3,-3 1,0-1,-2 0,-1-1,-1-1,0-1,2 1,-1-1,-3 0,2-1,-2 1,-2 0,1 0,3 0,0 0,-2 0,-3 0,0 0,0 0,1 0,1 0,1 0,-1 0,-2 0,-5 3,-4 4,-8 3,-4 4,-5 1,-2 2,-2 3,-3 2,-3-4,0 2,-2 0,3-1,0 0,3-1,0 0,-1-4,-1 3,-1 0,-1 0,-2 4,3 1,1-1,-1 2,0-2,-1-3,2 2,-3 6,-1 2,-1 1,0-1,3 1,1 1,1-2,-2 1,0-6,2 0,3-1,1 1,-1 3,-2 0,1 1,0-2,-2-4,-1 3,-1 3,-1 0,-1-2,0-3,3 2,4-1,0-2,2-1,0-1,-2-1,-3 0,2 1,0-1,-2 2,2 0,-1 2,3 1,-1-1,-1-1,0-1,1-2,1 0,-1-1,-1 3,1 4,-1 0,2-1,2-1,3-1,1-2,2-1,1-1,0 0,0 0,4-3,3-2,3 2,4-4,-1 1,0 2,0 0,2-1,1-3,0 0,4-2,1-2,0 2,-1-1,-1-2,0 2,-1 0,-1-2,0 0,0 0,0 1,0 0,3-2,0 2,7 0,0-1,0-1,-3-1,-2 2,-2 0,-1 0,1-2,1 0,2-1,3 0,0 2,2 1,-2-1,2 0,3-1,1-1,-3 0,-1-1,-2 0,-2 0,-3 0,-2 0,-1 0,-1 0,0-1,0 1,-1 0,1 0,0 0,-1 0,4 0,1 0,0 0,-1 0,-1 0,0 0,-2-3,1 0,-4-1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30.04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685 18,'-6'0,"-2"-3,-2 0,-5-1,-4 1,-1 1,1 0,-4 2,-2-1,-7 1,0 0,2 1,4-1,3 3,2 4,2 0,-1 3,-1-1,1-2,-2 4,0-1,3 2,0 1,-4 5,-5 1,0 2,4-1,5-1,3 0,2-2,-1-2,4-2,-1-2,3-1,2 1,3 2,2 1,1 1,1 2,0 0,3-3,2-1,2-2,0 0,5 0,3-1,2-3,-2 1,-1-1,1-2,0 2,0-2,2 0,-1 1,7 3,2-1,-1-1,-1-2,-1-2,0 2,1 3,-2-1,-1-1,-1-1,-1-2,-1-1,0-1,0-1,3-1,1 1,-1 0,0 2,-1 2,2 0,1-1,-1-1,-1-1,-4 3,-4 3,-5 6,-1 4,0 2,-3 1,-1-1,0 0,-2 0,3-4,1-2,-1 1,0 0,-1 1,2-2,3-4,4-2,2-4,3-1,0-2,2 0,-1-4,1-3,-3-4,-2 0,-2-1,-1-1,2-2,0-1,3 0,-3-4,1 2,-3 1,-2 0,-1 1,3 0,-2-1,2 0,-1 0,0 3,-1 1,2 0,-2-1,1-1,-2-1,-1 0,1 2,0 1,-2-1,-2 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30.56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29,'3'0,"1"-3,3 0,0 2,1 8,0 8,-1 5,0 1,0 4,-2-1,-1 0,-2 1,-1-1,-1 1,0 0,0 1,-1-1,1-2,0-2,0-1,0-2,0 2,0 1,0-1,0 0,0-1,0-1,0 3,0 0,0-1,0 0,0-1,-3-1,-1 0,0-1,1 0,4-3,4-7,2-7,2-4,0-4,1-1,-1-1,1 0,-1 0,0 1,2 2,2 0,2-6,1-2,0-3,1 0,1 0,-1 2,1 5,-4 0,-1 1,1-3,0 0,1-2,1-1,0 2,-2 1,2-1,1 3,4-7,1 1,0 0,-2 0,3 0,-4 0,-1 0,-1 3,-1 1,0 2,0-2,1-2,-1-1,1-1,0-1,6-3,2 3,-1 1,2 0,-4 1,-2 2,-2 4,-4 1,-2 2,1-1,0 1,1 2,-2 4,-2 6,-4 4,-2 4,-3 3,0 4,-2 5,4 0,0 3,3-4,0-3,0-3,-2 0,-1-2,1 0,1 1,-1-1,-1 1,1 2,1 2,0 0,-2-1,2 2,-1 3,0 3,-1 0,-1-2,2-3,1-2,-1-1,-2-3,0 0,0 0,-2 0,0 2,0 10,0 3,0-1,0-3,-1-3,1-1,0 0,0-3,-3-1,-1-1,1-1,0-1,1 3,-3 9,1 3,0-1,-2-4,0-2,2-4,0-1,-1-2,0-1,0-1,2 1,1 2,1 1,1 1,0-1,0-1,0-1,0 0,0-4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30.87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0,'3'9,"1"6,-1 2,0 3,2-3,1-2,-2 0,-1 1,-1-1,0 1,-2 1,0 0,0 0,3 0,1 0,-1 0,0 0,-1 0,-1 0,3 0,0 3,-1 1,0 0,-1-1,2-1,1-1,-2 0,0 0,2-1,0 0,-1 0,-1-1,-1 1,-1 0,0 0,2-3,1 2,-1 2,0 2,-1 2,-1 3,0-1,-1-1,0-1,0-2,0-2,0 0,2-1,2 0,0 0,-1 0,-1-1,-1 1,0 0,-1 0,0 0,0 0,0 0,0 0,0 0,0-2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31.31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33.09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136 1,'-3'0,"-4"2,-3 2,-4 3,-1 0,-2-1,2 1,1 0,3 1,0-1,3 2,1 2,3 2,5-1,5 0,4 1,4-2,-1-2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33.29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546 1,'-6'2,"-5"2,-3 0,-2 1,-1 1,-1 2,-3 3,-1-1,0-2,2-3,0 2,-1 1,-1 1,4 0,2 0,1-3,2 2,2-2,-1 0,-2 0,3 3,-1-1,-1 2,0 2,-3-2,1 1,-2-1,0 0,2 2,5 1,0 1,0 2,0 1,1-3,0-1,0 1,1 0,2 2,2 0,1-3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33.48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1173 1,'3'0,"4"0,3 0,4 0,1 0,-1 3,-3 3,-4 5,-3 5,-1 3,-3 5,0 3,0 0,-4-1,-1 0,-2 2,-3-1,-2 1,-3 1,2 1,-1 2,1 2,-2-1,0 1,-2 1,1 5,-10 11,-3 2,1-2,2-3,3-5,-1-4,1-2,1 1,-4-1,-1 0,2 3,-1-1,1-1,-1 0,1-2,2 2,-1 1,-5 7,-4 3,2-2,-1-3,3 0,4-2,2-3,0-4,1-3,1-4,-2-3,1-1,0-1,2 1,-2 0,0-2,4 1,-4 3,2 0,1-2,2 1,0-1,0-5,0-5,1-2,2-1,1-1,2-1,4 3,0-3,-2 2,-3 1,-1-1,-2-3,2-3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33.63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411 1,'0'3,"0"4,-3 3,-1 4,-6 7,-3 1,-3-1,1 1,1 1,-1-1,0 2,-4-1,-1 2,-1-1,4-1,5-2,1 1,-3 1,-2 1,-2 0,0 1,0 6,0 0,1-3,-1 1,4-3,0-5,4 0,2-2,1 0,1-1,2 0,1-1,1 0,2 0,0 2,0 2,0 0,3-4,4-5,4-4,5-3,4-6,0-6,0-4,0 0,-1-2,3-4,-1 1,-3 0,1 0,1 0,-4 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33.74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514 0,'0'3,"-3"7,-1 7,-3 6,-3 6,-2 4,0 1,0 1,-2 1,0-1,-2 0,-3 9,-2-1,0-1,1-3,1-1,0-3,1 0,1-4,0-1,0-2,0-2,0 0,3-4,1 2,0-1,1 1,1 0,-1 4,-1 1,1-2,0-6,0 0,1-1,2-1,1-1,1-1,-1 3,0 1,3 0,1-1,2-1,1-1,1-3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33.90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819 1,'0'3,"-3"7,-4 1,-3 2,-1 2,0 1,-2 1,-2 3,2 1,1-3,-1-2,-2 3,0 0,-1 1,-1-1,0 2,0 4,-6 9,-5 1,0 1,4-3,4-4,2-4,1-1,1 2,-3-1,-1 1,0 3,0-2,1-2,-2 0,0-1,0 2,1-2,-2 5,0 2,0 0,2-1,1-1,1-1,0-1,1-4,0 2,3-2,4-2,4-1,0 2,-3 0,1 2,2 2,-1 1,0-3,2-1,2-2,1-2,4-5,1 0,4-4,0-3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34.04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651 1,'0'2,"-3"8,-4 7,-3 7,-4 5,-1 0,-2-1,0 0,-1 3,0-2,-3-2,0 2,3-2,-4 3,-1 2,-3 2,-2-2,0-1,2 1,6-3,0-3,1-1,0-1,-1 1,-2-1,2 1,-1 0,2-5,4-3,1 2,-5 3,0 1,4-1,1-4,3-2,4-1,-1-3,2 0,-1-3,3-3,6-2,2-5,3-2,1-3,1-1,0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34.18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1283 0,'0'3,"-3"1,-1 5,-3 8,-2 3,-4 4,-8 10,-2 4,-5 3,1-1,-1-4,1-3,2 0,0-4,-2 0,1 0,-1 1,-2 2,-1 0,-2 2,-4-1,-2 1,0 1,-8 5,-2 2,-2 0,3-2,2-5,1-2,2-1,2-3,3 2,1-1,1 0,4-3,1-2,2-6,2-2,3-3,5 0,1 1,-2 3,-1 2,1-3,2-2,3-2,3-2,0-1,5-4,7-2,6-2,4-1,4-1,2 0,1-1,0 1,-3-1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5T12:57:34.40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1341 1,'-3'0,"-6"3,-5 6,-3 5,-5 3,0 5,-4 3,-2 5,0 1,0 6,-11 10,-4 3,-3-1,0-3,2-4,3-3,2 4,-3-1,-1 0,1 0,3 2,1 0,2 1,4-2,-5-2,2-2,1 3,-8 10,-4 1,5-5,2-5,5-4,3-3,4-4,3-3,0-2,2-7,1-3,1-2,1 2,5 2,1 0,2 0,1-4,-1-1,2 0,1-5,6-5,6-2,2-5,1-5,4-6,3-5,3-1,-2 0,-1 3,3-2,-1 0,0 1,-1 0,-2-3,-1-1,1 1,1 1,-2 1,0-2,-2 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2:57:36.2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2411 0 6553,'-3'1'118,"0"0"0,0 0 0,0 0 0,1 1 0,-1-1 0,0 1 0,1-1 0,-1 1 0,1 0-1,-4 3 1,-3 3 127,-11 5 300,-1-2 0,-30 13 0,-14 7 662,44-19-785,-1-2 1,0-1-1,-1 0 0,0-2 0,0-1 1,-1 0-1,-26 2 0,-82 16 1915,12-1-558,-377 24 4038,414-41-5490,-143 12-327,-280 54 0,378-48 0,59-8 0,-120 44 0,160-49 0,5-3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2:57:36.4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2178 0 6553,'-4'2'116,"1"-1"0,-1 1-1,1 0 1,0 0-1,0 0 1,0 0-1,0 1 1,0-1-1,0 1 1,1 0 0,-1-1-1,-3 6 1,-3 3 122,-9 6 276,0-1-1,-24 17 1,-12 8 852,-18 11 166,-275 138 4316,96-90-1816,127-54-2342,-152 56-1467,-37 14-174,71-7-49,133-60 0,-12 6 0,107-48 0,-5 4 0,0 0 0,0 0 0,1 2 0,-18 16 0,23-16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2:57:36.7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1638 1 6553,'-4'0'172,"1"1"-1,-1 1 1,0-1-1,1 0 1,-1 1-1,-2 2 0,-5 1 71,-19 7 496,0-2-1,-1-1 0,-40 7 1,-34 9 941,64-14-605,-77 11 0,81-17-15,-57 16 0,6-1 258,43-9-278,-50 17 0,13-2 29,29-13 20,29-8-589,1 1-1,-1 1 1,-31 15-1,3 5-398,21-10-80,-49 19 0,49-23-20,1 1 0,1 2 0,0 0 0,1 2 0,-41 35 0,52-38 0,2 1 0,0 1 0,0 0 0,2 1 0,0 1 0,1 0 0,-11 23 0,15-25 0,0 0 0,1 1 0,1 0 0,0 0 0,2 0 0,0 1 0,1-1 0,1 1 0,0 0 0,2 0 0,2 26 0,1-20 0,1-1 0,1 1 0,1-1 0,1 0 0,1-1 0,2 1 0,0-2 0,15 25 0,-1-12 0,1-1 0,2-1 0,41 39 0,-66-70 0,18 17 0,2-1 0,-1-1 0,2-1 0,0-1 0,1-1 0,1-1 0,34 12 0,1 11 0,-49-30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2:57:36.9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2234 0 6553,'-13'1'429,"0"1"0,0 0-1,0 1 1,0 1-1,-18 7 1,-3 0 95,-50 17 1751,-116 58 0,-100 30 2445,38-11-1078,156-58-3042,-122 63 814,81-16-1414,-82 69 0,88-57 0,104-78 0,2 1 0,1 2 0,-56 66 0,47-46 0,23-28 0,-25 39 0,32-42 0,0 0 0,0 1 0,2 0 0,-14 35 0,22-46 0,-5 10 0,-6 33 0,11-36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2:57:37.1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320 0 6553,'-251'138'5010,"241"-133"-4759,0 1-1,-17 12 1,25-16-205,0 0-1,-1 0 1,1 0 0,0 0 0,0 1 0,1-1 0,-3 4 0,3-5-24,1 0 1,0 0-1,-1 0 0,1 0 0,0 0 0,-1 0 0,1 0 0,0 0 1,0 0-1,0 1 0,0-1 0,0 0 0,0 0 0,0 0 0,0 0 1,1 0-1,-1 0 0,0 0 0,1 0 0,0 2 0,4 4 18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2:57:37.7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1323 6553,'8'-7'0,"0"1"0,0 1 0,1-1 0,0 1 0,0 1 0,16-6 0,11-7 0,341-150 0,-121 58 0,86-45 0,-95 43 0,-149 68 0,104-44 0,130-59 0,305-123 0,-571 243 0,318-114 0,-351 129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2:57:38.0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0 479 6553,'444'-13'8267,"-3"-41"-2085,-365 40-5708,853-133 113,-789 133-125,223-25 904,1066-113-682,-1196 133-684,152-7 0,113 26 0,-256 1 0,-199-1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2:57:38.2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6553,'61'21'1958,"0"-3"-1,79 12 0,131 6 1722,-170-24-1860,453 15 3709,-346-23-4404,188 3-1124,108 3 0,-99-2 0,153 9 0,-99 47 0,-374-49 0,256 54 0,-299-58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2:57:38.4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6553,'8'1'301,"1"0"-1,-1 1 1,0 0-1,0 0 1,0 1-1,14 6 1,5 2 178,114 39 1802,-31-9 435,162 38 0,-177-56-70,142 57 0,-190-63-1995,58 16 266,15 6-51,-28 1-866,-48-20 0,61 20 0,-80-31 0,0 1 0,-1 2 0,40 25 0,-26-14 0,27 17 0,-50-29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2:57:38.6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104 0 6553,'-6'8'291,"0"1"0,0-1 0,1 1 0,0 0-1,0 0 1,-4 15 0,1-6-49,-3 7 207,2 1 1,1 1-1,1-1 0,1 1 1,1 1-1,1-1 0,2 1 0,1 37 1,1-53-218,2 0 0,-1 0 1,1-1-1,1 1 0,0 0 1,1-1-1,0 1 0,11 19 1,-3-10 375,0-1 1,2-1-1,24 27 1,-13-15-244,-14-18 40,0 0 1,1-1-1,21 19 1,10 1 840,0-2 1,71 36-1,-15-15-772,-44-20-149,2-3 0,118 40 0,-145-59-325,341 81 0,-154-45 0,-124-25 0,-40-3 0,-17-4 0,-23-9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5T12:57:38.8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6553,'1'6'197,"0"0"-1,0 0 0,0 0 0,1 0 0,-1 0 0,1 0 0,1 0 0,-1-1 0,1 1 1,0-1-1,0 0 0,7 8 0,0 0 13,1-1-1,1 0 1,17 14 0,80 69 1951,-81-75-1297,1-1 1,2-2-1,57 24 0,28 15 694,-23-6 250,158 60 0,108 13 2002,-323-111-3765,349 91-44,-138-41 0,238 62 0,-351-97 0,-111-20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49B5E1-26CE-9D82-6390-5A066C2DC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C83D39-0E7C-BEBA-6F1A-9785CB064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68B2E2-A52C-A8E1-80FB-A3CD89C58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FD957-13DB-4110-B452-A2DCD24D634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A57AAC-2C88-6444-6568-0F501DB25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58039A-1E20-B6CD-7E02-3376B192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850A-F600-4553-8AAA-3523AA4F0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55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090616-EA27-BD8B-621C-961AE1A1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2119A4-1476-6B64-FAEE-1F1CC459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C05046-9D44-F43F-CBFA-C782511FA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FD957-13DB-4110-B452-A2DCD24D634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D609AC-3CB9-322B-35AB-4E616607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FC55CD-2642-795C-384C-DCAACCBE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850A-F600-4553-8AAA-3523AA4F0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94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6F0560-C29E-54ED-2AC8-3B1BFE021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65583C-CC51-DDCA-DE91-0B19BA4A0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C4E761-F37E-99CB-1AE7-690C861F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FD957-13DB-4110-B452-A2DCD24D634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2274C8-322B-9A19-4EAB-57B6F23CA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C3297C-0498-B788-8031-704F02E8B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850A-F600-4553-8AAA-3523AA4F0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082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82B34D-380E-E846-8C86-5E04D00E7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518476-5EDB-364D-0940-FB53C1D4DA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C6E09A-F069-CDC7-E53D-97749DC3E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52DA0D-EA22-8EB4-4ADA-D6BEE251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FD957-13DB-4110-B452-A2DCD24D634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D3A851-34B6-59A7-C6C3-4354D2A76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A518B1-8A8F-C055-AC0B-5848C11A5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850A-F600-4553-8AAA-3523AA4F0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961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B1107-B1DD-5CC2-3947-BBE49DB25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505A4D-43EE-1F38-FA94-0F94130DF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FD8B50-CADD-0A41-6534-0990ED077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BBA3EF-C1F7-B0F1-3115-2AED56796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DA6F19-CF88-A387-236F-4F77D55B6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A3EA6C6-A08B-7756-D711-37D28261E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FD957-13DB-4110-B452-A2DCD24D634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34008F-5851-E886-187E-3D059C0CD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4AB6956-7871-99D0-AA4E-B87CB2C41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850A-F600-4553-8AAA-3523AA4F0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963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FF445-D182-1B25-B8B4-9396B598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792154-F545-B116-2AA2-313E8AB1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FD957-13DB-4110-B452-A2DCD24D634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D6403F-7D9B-45C9-A1B2-FE00E55BD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FFE51A-BF71-5962-AB28-74AAE57D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850A-F600-4553-8AAA-3523AA4F0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055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3FA23C-6AD7-F7BB-52F0-FE519077D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FD957-13DB-4110-B452-A2DCD24D634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BA862A0-80AF-FFED-4C30-1D65EA086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09A912-DD3C-32B3-A844-64031B5E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850A-F600-4553-8AAA-3523AA4F0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665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FDB80-D152-A92A-4426-A25D15E57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430FFD-C383-A447-B3C5-2D77FD6E1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BF7067-3D7C-C78C-8439-9FA63CB19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DD1C96-26F5-22B1-125E-F4D9FBD5C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FD957-13DB-4110-B452-A2DCD24D634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14137A-5754-B9AF-95E2-65A177EC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158E2-7B0D-7149-BED4-DDB70986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850A-F600-4553-8AAA-3523AA4F0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915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6AE97B-CE6E-71FD-1EB4-06AF58410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6CF1895-1E20-50F5-903A-D67BA3C7F0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5C7475-26EB-022F-EA25-337E46506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FF93BB-9890-0E5C-18CE-555AD2E64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FD957-13DB-4110-B452-A2DCD24D634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1A6F0-4E82-7F5A-2A5D-9C72DFCB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45DA61-0008-0466-6CF0-2A8F0C61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850A-F600-4553-8AAA-3523AA4F0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519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76274-9F99-5E58-9924-0357DC05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3E709A-2170-347A-9156-0252BC78F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F4E5A4-14AA-C53F-90AA-E629C6B13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FD957-13DB-4110-B452-A2DCD24D634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B2C5A5-2612-0FE1-2EED-79B96A144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E9D873-8A27-2361-8D8A-DD8ED5DDC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850A-F600-4553-8AAA-3523AA4F0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477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237E4E-E5CF-46F0-82C4-2D3E45BD9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CA2A03-CA2C-1F95-34FE-AE3D0566B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9522A9-7D09-A31E-AFBA-D22956979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FD957-13DB-4110-B452-A2DCD24D634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BE0F3E-1F97-47B0-D679-9397CBBC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430396-77C3-6A34-C072-31A99136F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4850A-F600-4553-8AAA-3523AA4F0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77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E669ACE-DDC2-CE79-880F-1F51888D4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D0C31B-75E7-902B-BDFC-1C7FCF535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5C2057-E37F-6A6E-5DE9-D04C890F74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FD957-13DB-4110-B452-A2DCD24D6346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57E3AE-6499-28C2-4B0D-737FCE1757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CB6FBA-EF0F-48F6-AAA1-BB05285BB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4850A-F600-4553-8AAA-3523AA4F0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06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0.png"/><Relationship Id="rId63" Type="http://schemas.openxmlformats.org/officeDocument/2006/relationships/customXml" Target="../ink/ink31.xml"/><Relationship Id="rId84" Type="http://schemas.openxmlformats.org/officeDocument/2006/relationships/image" Target="../media/image41.png"/><Relationship Id="rId138" Type="http://schemas.openxmlformats.org/officeDocument/2006/relationships/image" Target="../media/image68.png"/><Relationship Id="rId16" Type="http://schemas.openxmlformats.org/officeDocument/2006/relationships/image" Target="../media/image7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5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28.png"/><Relationship Id="rId74" Type="http://schemas.openxmlformats.org/officeDocument/2006/relationships/image" Target="../media/image36.png"/><Relationship Id="rId79" Type="http://schemas.openxmlformats.org/officeDocument/2006/relationships/customXml" Target="../ink/ink39.xml"/><Relationship Id="rId102" Type="http://schemas.openxmlformats.org/officeDocument/2006/relationships/image" Target="../media/image50.png"/><Relationship Id="rId123" Type="http://schemas.openxmlformats.org/officeDocument/2006/relationships/customXml" Target="../ink/ink61.xml"/><Relationship Id="rId128" Type="http://schemas.openxmlformats.org/officeDocument/2006/relationships/image" Target="../media/image63.png"/><Relationship Id="rId5" Type="http://schemas.openxmlformats.org/officeDocument/2006/relationships/customXml" Target="../ink/ink2.xml"/><Relationship Id="rId90" Type="http://schemas.openxmlformats.org/officeDocument/2006/relationships/image" Target="../media/image44.png"/><Relationship Id="rId95" Type="http://schemas.openxmlformats.org/officeDocument/2006/relationships/customXml" Target="../ink/ink47.xml"/><Relationship Id="rId22" Type="http://schemas.openxmlformats.org/officeDocument/2006/relationships/image" Target="../media/image10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3.png"/><Relationship Id="rId64" Type="http://schemas.openxmlformats.org/officeDocument/2006/relationships/image" Target="../media/image31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58.png"/><Relationship Id="rId134" Type="http://schemas.openxmlformats.org/officeDocument/2006/relationships/image" Target="../media/image66.png"/><Relationship Id="rId80" Type="http://schemas.openxmlformats.org/officeDocument/2006/relationships/image" Target="../media/image39.png"/><Relationship Id="rId85" Type="http://schemas.openxmlformats.org/officeDocument/2006/relationships/customXml" Target="../ink/ink42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18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3.png"/><Relationship Id="rId124" Type="http://schemas.openxmlformats.org/officeDocument/2006/relationships/image" Target="../media/image61.png"/><Relationship Id="rId129" Type="http://schemas.openxmlformats.org/officeDocument/2006/relationships/customXml" Target="../ink/ink64.xml"/><Relationship Id="rId54" Type="http://schemas.openxmlformats.org/officeDocument/2006/relationships/image" Target="../media/image26.png"/><Relationship Id="rId70" Type="http://schemas.openxmlformats.org/officeDocument/2006/relationships/image" Target="../media/image34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23" Type="http://schemas.openxmlformats.org/officeDocument/2006/relationships/customXml" Target="../ink/ink11.xml"/><Relationship Id="rId28" Type="http://schemas.openxmlformats.org/officeDocument/2006/relationships/image" Target="../media/image13.png"/><Relationship Id="rId49" Type="http://schemas.openxmlformats.org/officeDocument/2006/relationships/customXml" Target="../ink/ink24.xml"/><Relationship Id="rId114" Type="http://schemas.openxmlformats.org/officeDocument/2006/relationships/image" Target="../media/image56.png"/><Relationship Id="rId119" Type="http://schemas.openxmlformats.org/officeDocument/2006/relationships/customXml" Target="../ink/ink59.xml"/><Relationship Id="rId44" Type="http://schemas.openxmlformats.org/officeDocument/2006/relationships/image" Target="../media/image21.png"/><Relationship Id="rId60" Type="http://schemas.openxmlformats.org/officeDocument/2006/relationships/image" Target="../media/image29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2.png"/><Relationship Id="rId130" Type="http://schemas.openxmlformats.org/officeDocument/2006/relationships/image" Target="../media/image64.png"/><Relationship Id="rId135" Type="http://schemas.openxmlformats.org/officeDocument/2006/relationships/customXml" Target="../ink/ink67.xml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6.png"/><Relationship Id="rId50" Type="http://schemas.openxmlformats.org/officeDocument/2006/relationships/image" Target="../media/image24.png"/><Relationship Id="rId55" Type="http://schemas.openxmlformats.org/officeDocument/2006/relationships/customXml" Target="../ink/ink27.xml"/><Relationship Id="rId76" Type="http://schemas.openxmlformats.org/officeDocument/2006/relationships/image" Target="../media/image37.png"/><Relationship Id="rId97" Type="http://schemas.openxmlformats.org/officeDocument/2006/relationships/customXml" Target="../ink/ink48.xml"/><Relationship Id="rId104" Type="http://schemas.openxmlformats.org/officeDocument/2006/relationships/image" Target="../media/image51.png"/><Relationship Id="rId120" Type="http://schemas.openxmlformats.org/officeDocument/2006/relationships/image" Target="../media/image59.png"/><Relationship Id="rId125" Type="http://schemas.openxmlformats.org/officeDocument/2006/relationships/customXml" Target="../ink/ink62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5.png"/><Relationship Id="rId2" Type="http://schemas.openxmlformats.org/officeDocument/2006/relationships/audio" Target="../media/audio1.wav"/><Relationship Id="rId29" Type="http://schemas.openxmlformats.org/officeDocument/2006/relationships/customXml" Target="../ink/ink14.xml"/><Relationship Id="rId24" Type="http://schemas.openxmlformats.org/officeDocument/2006/relationships/image" Target="../media/image11.png"/><Relationship Id="rId40" Type="http://schemas.openxmlformats.org/officeDocument/2006/relationships/image" Target="../media/image19.png"/><Relationship Id="rId45" Type="http://schemas.openxmlformats.org/officeDocument/2006/relationships/customXml" Target="../ink/ink22.xml"/><Relationship Id="rId66" Type="http://schemas.openxmlformats.org/officeDocument/2006/relationships/image" Target="../media/image32.png"/><Relationship Id="rId87" Type="http://schemas.openxmlformats.org/officeDocument/2006/relationships/customXml" Target="../ink/ink43.xml"/><Relationship Id="rId110" Type="http://schemas.openxmlformats.org/officeDocument/2006/relationships/image" Target="../media/image54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67.png"/><Relationship Id="rId61" Type="http://schemas.openxmlformats.org/officeDocument/2006/relationships/customXml" Target="../ink/ink30.xml"/><Relationship Id="rId82" Type="http://schemas.openxmlformats.org/officeDocument/2006/relationships/image" Target="../media/image40.png"/><Relationship Id="rId19" Type="http://schemas.openxmlformats.org/officeDocument/2006/relationships/customXml" Target="../ink/ink9.xml"/><Relationship Id="rId14" Type="http://schemas.openxmlformats.org/officeDocument/2006/relationships/image" Target="../media/image6.png"/><Relationship Id="rId30" Type="http://schemas.openxmlformats.org/officeDocument/2006/relationships/image" Target="../media/image14.png"/><Relationship Id="rId35" Type="http://schemas.openxmlformats.org/officeDocument/2006/relationships/customXml" Target="../ink/ink17.xml"/><Relationship Id="rId56" Type="http://schemas.openxmlformats.org/officeDocument/2006/relationships/image" Target="../media/image27.png"/><Relationship Id="rId77" Type="http://schemas.openxmlformats.org/officeDocument/2006/relationships/customXml" Target="../ink/ink38.xml"/><Relationship Id="rId100" Type="http://schemas.openxmlformats.org/officeDocument/2006/relationships/image" Target="../media/image49.png"/><Relationship Id="rId105" Type="http://schemas.openxmlformats.org/officeDocument/2006/relationships/customXml" Target="../ink/ink52.xml"/><Relationship Id="rId126" Type="http://schemas.openxmlformats.org/officeDocument/2006/relationships/image" Target="../media/image62.png"/><Relationship Id="rId8" Type="http://schemas.openxmlformats.org/officeDocument/2006/relationships/image" Target="../media/image3.png"/><Relationship Id="rId51" Type="http://schemas.openxmlformats.org/officeDocument/2006/relationships/customXml" Target="../ink/ink25.xml"/><Relationship Id="rId72" Type="http://schemas.openxmlformats.org/officeDocument/2006/relationships/image" Target="../media/image35.png"/><Relationship Id="rId93" Type="http://schemas.openxmlformats.org/officeDocument/2006/relationships/customXml" Target="../ink/ink46.xml"/><Relationship Id="rId98" Type="http://schemas.openxmlformats.org/officeDocument/2006/relationships/image" Target="../media/image48.png"/><Relationship Id="rId121" Type="http://schemas.openxmlformats.org/officeDocument/2006/relationships/customXml" Target="../ink/ink60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2.png"/><Relationship Id="rId67" Type="http://schemas.openxmlformats.org/officeDocument/2006/relationships/customXml" Target="../ink/ink33.xml"/><Relationship Id="rId116" Type="http://schemas.openxmlformats.org/officeDocument/2006/relationships/image" Target="../media/image57.png"/><Relationship Id="rId137" Type="http://schemas.openxmlformats.org/officeDocument/2006/relationships/customXml" Target="../ink/ink68.xml"/><Relationship Id="rId20" Type="http://schemas.openxmlformats.org/officeDocument/2006/relationships/image" Target="../media/image9.png"/><Relationship Id="rId41" Type="http://schemas.openxmlformats.org/officeDocument/2006/relationships/customXml" Target="../ink/ink20.xml"/><Relationship Id="rId62" Type="http://schemas.openxmlformats.org/officeDocument/2006/relationships/image" Target="../media/image30.png"/><Relationship Id="rId83" Type="http://schemas.openxmlformats.org/officeDocument/2006/relationships/customXml" Target="../ink/ink41.xml"/><Relationship Id="rId88" Type="http://schemas.openxmlformats.org/officeDocument/2006/relationships/image" Target="../media/image43.png"/><Relationship Id="rId111" Type="http://schemas.openxmlformats.org/officeDocument/2006/relationships/customXml" Target="../ink/ink55.xml"/><Relationship Id="rId132" Type="http://schemas.openxmlformats.org/officeDocument/2006/relationships/image" Target="../media/image65.png"/><Relationship Id="rId15" Type="http://schemas.openxmlformats.org/officeDocument/2006/relationships/customXml" Target="../ink/ink7.xml"/><Relationship Id="rId36" Type="http://schemas.openxmlformats.org/officeDocument/2006/relationships/image" Target="../media/image17.png"/><Relationship Id="rId57" Type="http://schemas.openxmlformats.org/officeDocument/2006/relationships/customXml" Target="../ink/ink28.xml"/><Relationship Id="rId106" Type="http://schemas.openxmlformats.org/officeDocument/2006/relationships/image" Target="../media/image52.png"/><Relationship Id="rId127" Type="http://schemas.openxmlformats.org/officeDocument/2006/relationships/customXml" Target="../ink/ink63.xml"/><Relationship Id="rId10" Type="http://schemas.openxmlformats.org/officeDocument/2006/relationships/image" Target="../media/image4.png"/><Relationship Id="rId31" Type="http://schemas.openxmlformats.org/officeDocument/2006/relationships/customXml" Target="../ink/ink15.xml"/><Relationship Id="rId52" Type="http://schemas.openxmlformats.org/officeDocument/2006/relationships/image" Target="../media/image25.png"/><Relationship Id="rId73" Type="http://schemas.openxmlformats.org/officeDocument/2006/relationships/customXml" Target="../ink/ink36.xml"/><Relationship Id="rId78" Type="http://schemas.openxmlformats.org/officeDocument/2006/relationships/image" Target="../media/image38.png"/><Relationship Id="rId94" Type="http://schemas.openxmlformats.org/officeDocument/2006/relationships/image" Target="../media/image46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0.png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26" Type="http://schemas.openxmlformats.org/officeDocument/2006/relationships/image" Target="../media/image12.png"/><Relationship Id="rId47" Type="http://schemas.openxmlformats.org/officeDocument/2006/relationships/customXml" Target="../ink/ink23.xml"/><Relationship Id="rId68" Type="http://schemas.openxmlformats.org/officeDocument/2006/relationships/image" Target="../media/image33.png"/><Relationship Id="rId89" Type="http://schemas.openxmlformats.org/officeDocument/2006/relationships/customXml" Target="../ink/ink44.xml"/><Relationship Id="rId112" Type="http://schemas.openxmlformats.org/officeDocument/2006/relationships/image" Target="../media/image55.png"/><Relationship Id="rId133" Type="http://schemas.openxmlformats.org/officeDocument/2006/relationships/customXml" Target="../ink/ink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C692DE-20EB-28AE-40D1-DA52D1EB2C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Haw </a:t>
            </a:r>
            <a:r>
              <a:rPr lang="en-US" altLang="zh-CN" dirty="0" err="1"/>
              <a:t>tu</a:t>
            </a:r>
            <a:r>
              <a:rPr lang="en-US" altLang="zh-CN" dirty="0"/>
              <a:t> </a:t>
            </a:r>
            <a:r>
              <a:rPr lang="en-US" altLang="zh-CN" dirty="0" err="1"/>
              <a:t>maek</a:t>
            </a:r>
            <a:r>
              <a:rPr lang="en-US" altLang="zh-CN" dirty="0"/>
              <a:t> a </a:t>
            </a:r>
            <a:r>
              <a:rPr lang="en-US" altLang="zh-CN" dirty="0" err="1"/>
              <a:t>powapoynt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2D722A7-1C6E-B10E-5C5D-3B305013AB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Maed bi </a:t>
            </a:r>
            <a:r>
              <a:rPr lang="en-US" altLang="zh-CN" dirty="0" err="1"/>
              <a:t>zan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2697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3E5F6-93C0-7B97-7861-492113A44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D5384-7303-100F-DC3B-6EEA21C10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70991" y="0"/>
            <a:ext cx="5658678" cy="746194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Step 1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CBADEB-BFCE-84B9-0E68-9A901C8D9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348" y="2794346"/>
            <a:ext cx="9144000" cy="165576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dirty="0"/>
              <a:t>Correct your grammar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8708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FF7AA-87C6-58D7-6344-18C489620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2316A-D342-DF4D-6BB1-DEDC25008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70991" y="0"/>
            <a:ext cx="5658678" cy="746194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Step 2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12F0CF-921F-7D6A-08AD-DECC885FA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348" y="2781094"/>
            <a:ext cx="9144000" cy="165576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dirty="0"/>
              <a:t>add</a:t>
            </a:r>
            <a:r>
              <a:rPr lang="zh-CN" altLang="en-US" dirty="0"/>
              <a:t> </a:t>
            </a:r>
            <a:r>
              <a:rPr lang="en-US" altLang="zh-CN" dirty="0"/>
              <a:t>transitions</a:t>
            </a:r>
          </a:p>
          <a:p>
            <a:r>
              <a:rPr lang="en-US" altLang="zh-CN" dirty="0"/>
              <a:t>(best to use morph)</a:t>
            </a:r>
          </a:p>
        </p:txBody>
      </p:sp>
    </p:spTree>
    <p:extLst>
      <p:ext uri="{BB962C8B-B14F-4D97-AF65-F5344CB8AC3E}">
        <p14:creationId xmlns:p14="http://schemas.microsoft.com/office/powerpoint/2010/main" val="167137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3DF12-AE50-76E8-99B0-3387900AE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CB1968-BD55-E456-D920-6457ED798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70991" y="0"/>
            <a:ext cx="5658678" cy="746194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Step 3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DE3386-EFC2-5EC7-6DF7-75D6F5E98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348" y="2794346"/>
            <a:ext cx="9144000" cy="165576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zh-CN" dirty="0"/>
              <a:t>Add details and features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239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B72AE6A0-28B8-AAF8-6FD2-E8811ED9E8E0}"/>
              </a:ext>
            </a:extLst>
          </p:cNvPr>
          <p:cNvSpPr txBox="1"/>
          <p:nvPr/>
        </p:nvSpPr>
        <p:spPr>
          <a:xfrm>
            <a:off x="490319" y="3535589"/>
            <a:ext cx="5420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latin typeface="Arial Black" panose="020B0A04020102020204" pitchFamily="34" charset="0"/>
                <a:cs typeface="Aharoni" panose="02010803020104030203" pitchFamily="2" charset="-79"/>
              </a:rPr>
              <a:t>Step 4</a:t>
            </a:r>
            <a:endParaRPr lang="zh-CN" altLang="en-US" dirty="0"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777A894-BB0F-2B75-1444-625AB05767AF}"/>
              </a:ext>
            </a:extLst>
          </p:cNvPr>
          <p:cNvSpPr txBox="1"/>
          <p:nvPr/>
        </p:nvSpPr>
        <p:spPr>
          <a:xfrm>
            <a:off x="-16" y="4309765"/>
            <a:ext cx="5420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chemeClr val="bg1">
                    <a:lumMod val="6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Step 3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8348E4-96E9-8584-B386-53D436FF1626}"/>
              </a:ext>
            </a:extLst>
          </p:cNvPr>
          <p:cNvSpPr txBox="1"/>
          <p:nvPr/>
        </p:nvSpPr>
        <p:spPr>
          <a:xfrm>
            <a:off x="-11" y="5190529"/>
            <a:ext cx="5420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chemeClr val="bg1">
                    <a:lumMod val="6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Step 2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69D78A-D194-5F24-5B4B-413401111B2C}"/>
              </a:ext>
            </a:extLst>
          </p:cNvPr>
          <p:cNvSpPr txBox="1"/>
          <p:nvPr/>
        </p:nvSpPr>
        <p:spPr>
          <a:xfrm>
            <a:off x="-7" y="6007271"/>
            <a:ext cx="5420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chemeClr val="bg1">
                    <a:lumMod val="6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Step 1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3723BA4D-C712-3FCE-1E53-20B7F4895211}"/>
              </a:ext>
            </a:extLst>
          </p:cNvPr>
          <p:cNvSpPr/>
          <p:nvPr/>
        </p:nvSpPr>
        <p:spPr>
          <a:xfrm rot="5400000">
            <a:off x="-18491" y="3752084"/>
            <a:ext cx="527280" cy="490340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969EE13-F17A-B86A-04DE-550EC6E26972}"/>
              </a:ext>
            </a:extLst>
          </p:cNvPr>
          <p:cNvSpPr txBox="1"/>
          <p:nvPr/>
        </p:nvSpPr>
        <p:spPr>
          <a:xfrm>
            <a:off x="19892" y="2810284"/>
            <a:ext cx="62616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dirty="0">
                <a:solidFill>
                  <a:schemeClr val="bg1">
                    <a:lumMod val="6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Step 5</a:t>
            </a:r>
            <a:endParaRPr lang="zh-CN" altLang="en-US" sz="5400" dirty="0">
              <a:solidFill>
                <a:schemeClr val="bg1">
                  <a:lumMod val="65000"/>
                </a:scheme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292DDA3-07C2-4647-0589-2C435BD0A50A}"/>
              </a:ext>
            </a:extLst>
          </p:cNvPr>
          <p:cNvSpPr txBox="1"/>
          <p:nvPr/>
        </p:nvSpPr>
        <p:spPr>
          <a:xfrm>
            <a:off x="1736017" y="846856"/>
            <a:ext cx="8348881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800" dirty="0">
                <a:solidFill>
                  <a:schemeClr val="bg1">
                    <a:lumMod val="6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Get creative</a:t>
            </a:r>
            <a:endParaRPr lang="zh-CN" altLang="en-US" sz="7800" dirty="0">
              <a:solidFill>
                <a:schemeClr val="bg1">
                  <a:lumMod val="65000"/>
                </a:scheme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08125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B1A39-96EE-21BF-0C5C-8BB045CDD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B0A95FA6-777E-A739-02FF-AEFC55AC5601}"/>
              </a:ext>
            </a:extLst>
          </p:cNvPr>
          <p:cNvSpPr txBox="1"/>
          <p:nvPr/>
        </p:nvSpPr>
        <p:spPr>
          <a:xfrm>
            <a:off x="19892" y="4320406"/>
            <a:ext cx="5420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chemeClr val="bg1">
                    <a:lumMod val="6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Step 4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3D0129-3F2A-7838-AF7F-37B401A5574B}"/>
              </a:ext>
            </a:extLst>
          </p:cNvPr>
          <p:cNvSpPr txBox="1"/>
          <p:nvPr/>
        </p:nvSpPr>
        <p:spPr>
          <a:xfrm>
            <a:off x="19897" y="5105224"/>
            <a:ext cx="5420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chemeClr val="bg1">
                    <a:lumMod val="6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Step 3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3D750E-B684-EE4A-2BE5-D014D0F80762}"/>
              </a:ext>
            </a:extLst>
          </p:cNvPr>
          <p:cNvSpPr txBox="1"/>
          <p:nvPr/>
        </p:nvSpPr>
        <p:spPr>
          <a:xfrm>
            <a:off x="19902" y="5985988"/>
            <a:ext cx="5420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chemeClr val="bg1">
                    <a:lumMod val="6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Step 2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EECDF9-4467-2F3A-D6E7-8B830B2ACC6F}"/>
              </a:ext>
            </a:extLst>
          </p:cNvPr>
          <p:cNvSpPr txBox="1"/>
          <p:nvPr/>
        </p:nvSpPr>
        <p:spPr>
          <a:xfrm>
            <a:off x="19892" y="6824013"/>
            <a:ext cx="5420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chemeClr val="bg1">
                    <a:lumMod val="6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Step 1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42CD1AAE-9EEA-AF19-1EC6-9877E0B0DCF9}"/>
              </a:ext>
            </a:extLst>
          </p:cNvPr>
          <p:cNvSpPr/>
          <p:nvPr/>
        </p:nvSpPr>
        <p:spPr>
          <a:xfrm rot="5400000">
            <a:off x="-18491" y="3752084"/>
            <a:ext cx="527280" cy="490340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703145-7D92-F7C8-1F7D-BAC7AAF6D4FD}"/>
              </a:ext>
            </a:extLst>
          </p:cNvPr>
          <p:cNvSpPr txBox="1"/>
          <p:nvPr/>
        </p:nvSpPr>
        <p:spPr>
          <a:xfrm>
            <a:off x="616240" y="3482381"/>
            <a:ext cx="62616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dirty="0">
                <a:latin typeface="Arial Black" panose="020B0A04020102020204" pitchFamily="34" charset="0"/>
                <a:cs typeface="Aharoni" panose="02010803020104030203" pitchFamily="2" charset="-79"/>
              </a:rPr>
              <a:t>Step 5</a:t>
            </a:r>
            <a:endParaRPr lang="zh-CN" altLang="en-US" sz="5400" dirty="0"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526CE-40B4-F752-4669-246BB5DAB026}"/>
              </a:ext>
            </a:extLst>
          </p:cNvPr>
          <p:cNvSpPr txBox="1"/>
          <p:nvPr/>
        </p:nvSpPr>
        <p:spPr>
          <a:xfrm>
            <a:off x="-311412" y="570379"/>
            <a:ext cx="1331182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7800" dirty="0">
                <a:solidFill>
                  <a:schemeClr val="bg1">
                    <a:lumMod val="6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Add a shitty slide</a:t>
            </a:r>
          </a:p>
          <a:p>
            <a:pPr algn="ctr"/>
            <a:r>
              <a:rPr lang="en-US" altLang="zh-CN" sz="7800" dirty="0">
                <a:solidFill>
                  <a:schemeClr val="bg1">
                    <a:lumMod val="6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(</a:t>
            </a:r>
            <a:r>
              <a:rPr lang="en-US" altLang="zh-CN" sz="7800" dirty="0" err="1">
                <a:solidFill>
                  <a:schemeClr val="bg1">
                    <a:lumMod val="6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cuz</a:t>
            </a:r>
            <a:r>
              <a:rPr lang="en-US" altLang="zh-CN" sz="7800" dirty="0">
                <a:solidFill>
                  <a:schemeClr val="bg1">
                    <a:lumMod val="65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 why not)</a:t>
            </a:r>
            <a:endParaRPr lang="zh-CN" altLang="en-US" sz="7800" dirty="0">
              <a:solidFill>
                <a:schemeClr val="bg1">
                  <a:lumMod val="65000"/>
                </a:schemeClr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498251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CE225F15-0D91-EA75-F7B5-E10A010218CF}"/>
              </a:ext>
            </a:extLst>
          </p:cNvPr>
          <p:cNvGrpSpPr/>
          <p:nvPr/>
        </p:nvGrpSpPr>
        <p:grpSpPr>
          <a:xfrm>
            <a:off x="859127" y="785199"/>
            <a:ext cx="2069280" cy="1296000"/>
            <a:chOff x="859127" y="785199"/>
            <a:chExt cx="2069280" cy="12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3517B575-A844-F57A-A136-42F64789645F}"/>
                    </a:ext>
                  </a:extLst>
                </p14:cNvPr>
                <p14:cNvContentPartPr/>
                <p14:nvPr/>
              </p14:nvContentPartPr>
              <p14:xfrm>
                <a:off x="1294727" y="907959"/>
                <a:ext cx="146520" cy="47232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3517B575-A844-F57A-A136-42F64789645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88607" y="901839"/>
                  <a:ext cx="1587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CE0C3FD3-7074-0B9F-A087-B4356EDB0EB8}"/>
                    </a:ext>
                  </a:extLst>
                </p14:cNvPr>
                <p14:cNvContentPartPr/>
                <p14:nvPr/>
              </p14:nvContentPartPr>
              <p14:xfrm>
                <a:off x="1896287" y="785199"/>
                <a:ext cx="444960" cy="64800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CE0C3FD3-7074-0B9F-A087-B4356EDB0EB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90167" y="779079"/>
                  <a:ext cx="45720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21E1D33A-B53D-4774-59B4-61262E278A74}"/>
                    </a:ext>
                  </a:extLst>
                </p14:cNvPr>
                <p14:cNvContentPartPr/>
                <p14:nvPr/>
              </p14:nvContentPartPr>
              <p14:xfrm>
                <a:off x="859127" y="1372719"/>
                <a:ext cx="2069280" cy="70848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21E1D33A-B53D-4774-59B4-61262E278A7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3007" y="1366599"/>
                  <a:ext cx="2081520" cy="72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0D56A584-7514-4BFF-A436-DB5A53EB789C}"/>
                  </a:ext>
                </a:extLst>
              </p14:cNvPr>
              <p14:cNvContentPartPr/>
              <p14:nvPr/>
            </p14:nvContentPartPr>
            <p14:xfrm>
              <a:off x="3614567" y="454359"/>
              <a:ext cx="1089360" cy="112896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0D56A584-7514-4BFF-A436-DB5A53EB789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05927" y="400719"/>
                <a:ext cx="1107000" cy="12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1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4E9AFBB1-FCC4-4E71-4C3E-9C32237284C5}"/>
                  </a:ext>
                </a:extLst>
              </p14:cNvPr>
              <p14:cNvContentPartPr/>
              <p14:nvPr/>
            </p14:nvContentPartPr>
            <p14:xfrm>
              <a:off x="3964127" y="1073919"/>
              <a:ext cx="824400" cy="8028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4E9AFBB1-FCC4-4E71-4C3E-9C32237284C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55487" y="1019919"/>
                <a:ext cx="84204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3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950A0B8D-04ED-FDB6-8F94-39EDAE431DFB}"/>
                  </a:ext>
                </a:extLst>
              </p14:cNvPr>
              <p14:cNvContentPartPr/>
              <p14:nvPr/>
            </p14:nvContentPartPr>
            <p14:xfrm>
              <a:off x="5038007" y="896079"/>
              <a:ext cx="360720" cy="52164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950A0B8D-04ED-FDB6-8F94-39EDAE431DF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029367" y="842079"/>
                <a:ext cx="378360" cy="62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5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BE5DE5F9-0D08-A736-50BF-9B8C5463F6EF}"/>
                  </a:ext>
                </a:extLst>
              </p14:cNvPr>
              <p14:cNvContentPartPr/>
              <p14:nvPr/>
            </p14:nvContentPartPr>
            <p14:xfrm>
              <a:off x="5491607" y="984999"/>
              <a:ext cx="515880" cy="37800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BE5DE5F9-0D08-A736-50BF-9B8C5463F6E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482967" y="931359"/>
                <a:ext cx="53352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7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16A7C8FC-B271-FE0B-517E-060518591379}"/>
                  </a:ext>
                </a:extLst>
              </p14:cNvPr>
              <p14:cNvContentPartPr/>
              <p14:nvPr/>
            </p14:nvContentPartPr>
            <p14:xfrm>
              <a:off x="6080927" y="130359"/>
              <a:ext cx="86400" cy="119016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16A7C8FC-B271-FE0B-517E-06051859137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072287" y="76359"/>
                <a:ext cx="104040" cy="12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9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CC8FFF06-C004-A7BA-866E-08FE15547DA0}"/>
                  </a:ext>
                </a:extLst>
              </p14:cNvPr>
              <p14:cNvContentPartPr/>
              <p14:nvPr/>
            </p14:nvContentPartPr>
            <p14:xfrm>
              <a:off x="3485327" y="2111079"/>
              <a:ext cx="541080" cy="49680"/>
            </p14:xfrm>
          </p:contentPart>
        </mc:Choice>
        <mc:Fallback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CC8FFF06-C004-A7BA-866E-08FE15547DA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476687" y="2057079"/>
                <a:ext cx="5587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1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0C2D1A77-4436-F76E-96B7-F4B7A0577443}"/>
                  </a:ext>
                </a:extLst>
              </p14:cNvPr>
              <p14:cNvContentPartPr/>
              <p14:nvPr/>
            </p14:nvContentPartPr>
            <p14:xfrm>
              <a:off x="3933527" y="1822359"/>
              <a:ext cx="90360" cy="812160"/>
            </p14:xfrm>
          </p:contentPart>
        </mc:Choice>
        <mc:Fallback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0C2D1A77-4436-F76E-96B7-F4B7A057744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924527" y="1768719"/>
                <a:ext cx="108000" cy="9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3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C6C89263-30A1-B174-560E-110C7D5EEF13}"/>
                  </a:ext>
                </a:extLst>
              </p14:cNvPr>
              <p14:cNvContentPartPr/>
              <p14:nvPr/>
            </p14:nvContentPartPr>
            <p14:xfrm>
              <a:off x="4432847" y="1748559"/>
              <a:ext cx="66240" cy="844200"/>
            </p14:xfrm>
          </p:contentPart>
        </mc:Choice>
        <mc:Fallback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C6C89263-30A1-B174-560E-110C7D5EEF1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423847" y="1694919"/>
                <a:ext cx="83880" cy="9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5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605BB91D-0572-B1D8-4454-A70580B4EA8E}"/>
                  </a:ext>
                </a:extLst>
              </p14:cNvPr>
              <p14:cNvContentPartPr/>
              <p14:nvPr/>
            </p14:nvContentPartPr>
            <p14:xfrm>
              <a:off x="4639127" y="2257959"/>
              <a:ext cx="143280" cy="406080"/>
            </p14:xfrm>
          </p:contentPart>
        </mc:Choice>
        <mc:Fallback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605BB91D-0572-B1D8-4454-A70580B4EA8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630487" y="2204319"/>
                <a:ext cx="160920" cy="5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7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A124AC8B-5B7A-C872-DBC5-F7B6EDFD5725}"/>
                  </a:ext>
                </a:extLst>
              </p14:cNvPr>
              <p14:cNvContentPartPr/>
              <p14:nvPr/>
            </p14:nvContentPartPr>
            <p14:xfrm>
              <a:off x="4480367" y="2307279"/>
              <a:ext cx="140760" cy="360"/>
            </p14:xfrm>
          </p:contentPart>
        </mc:Choice>
        <mc:Fallback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A124AC8B-5B7A-C872-DBC5-F7B6EDFD572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471727" y="2253279"/>
                <a:ext cx="1584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9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6FA01AD9-43CA-C205-D261-A80C2AAB0B47}"/>
                  </a:ext>
                </a:extLst>
              </p14:cNvPr>
              <p14:cNvContentPartPr/>
              <p14:nvPr/>
            </p14:nvContentPartPr>
            <p14:xfrm>
              <a:off x="5124767" y="2306199"/>
              <a:ext cx="520920" cy="258840"/>
            </p14:xfrm>
          </p:contentPart>
        </mc:Choice>
        <mc:Fallback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6FA01AD9-43CA-C205-D261-A80C2AAB0B4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116127" y="2252559"/>
                <a:ext cx="53856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1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097C4DF0-B2DA-8D36-371C-4AAA3CE4DA2F}"/>
                  </a:ext>
                </a:extLst>
              </p14:cNvPr>
              <p14:cNvContentPartPr/>
              <p14:nvPr/>
            </p14:nvContentPartPr>
            <p14:xfrm>
              <a:off x="5657927" y="2296479"/>
              <a:ext cx="937080" cy="128160"/>
            </p14:xfrm>
          </p:contentPart>
        </mc:Choice>
        <mc:Fallback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097C4DF0-B2DA-8D36-371C-4AAA3CE4DA2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649287" y="2242479"/>
                <a:ext cx="9547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3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616FA79C-45F1-A30B-7D5A-15931B7809A9}"/>
                  </a:ext>
                </a:extLst>
              </p14:cNvPr>
              <p14:cNvContentPartPr/>
              <p14:nvPr/>
            </p14:nvContentPartPr>
            <p14:xfrm>
              <a:off x="6111887" y="1969599"/>
              <a:ext cx="411480" cy="883800"/>
            </p14:xfrm>
          </p:contentPart>
        </mc:Choice>
        <mc:Fallback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616FA79C-45F1-A30B-7D5A-15931B7809A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103247" y="1915959"/>
                <a:ext cx="429120" cy="9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5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D6EC4254-394E-6CBF-6F30-D65ADF4079AD}"/>
                  </a:ext>
                </a:extLst>
              </p14:cNvPr>
              <p14:cNvContentPartPr/>
              <p14:nvPr/>
            </p14:nvContentPartPr>
            <p14:xfrm>
              <a:off x="6805607" y="2086239"/>
              <a:ext cx="190800" cy="32508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D6EC4254-394E-6CBF-6F30-D65ADF4079A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796607" y="2032239"/>
                <a:ext cx="20844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7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7D16B1AF-CCAD-1383-7507-FB8C934E366A}"/>
                  </a:ext>
                </a:extLst>
              </p14:cNvPr>
              <p14:cNvContentPartPr/>
              <p14:nvPr/>
            </p14:nvContentPartPr>
            <p14:xfrm>
              <a:off x="6607607" y="2515719"/>
              <a:ext cx="542520" cy="553320"/>
            </p14:xfrm>
          </p:contentPart>
        </mc:Choice>
        <mc:Fallback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7D16B1AF-CCAD-1383-7507-FB8C934E366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598607" y="2462079"/>
                <a:ext cx="560160" cy="66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9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B39F94E7-D2E4-81E9-BD0C-C7BA21E7AD8A}"/>
                  </a:ext>
                </a:extLst>
              </p14:cNvPr>
              <p14:cNvContentPartPr/>
              <p14:nvPr/>
            </p14:nvContentPartPr>
            <p14:xfrm>
              <a:off x="7778327" y="1859439"/>
              <a:ext cx="599040" cy="945000"/>
            </p14:xfrm>
          </p:contentPart>
        </mc:Choice>
        <mc:Fallback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B39F94E7-D2E4-81E9-BD0C-C7BA21E7AD8A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769327" y="1805439"/>
                <a:ext cx="616680" cy="10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1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A54B8F89-D5CB-C67D-1096-0F58BBCE56FA}"/>
                  </a:ext>
                </a:extLst>
              </p14:cNvPr>
              <p14:cNvContentPartPr/>
              <p14:nvPr/>
            </p14:nvContentPartPr>
            <p14:xfrm>
              <a:off x="8658887" y="2314479"/>
              <a:ext cx="847800" cy="608400"/>
            </p14:xfrm>
          </p:contentPart>
        </mc:Choice>
        <mc:Fallback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A54B8F89-D5CB-C67D-1096-0F58BBCE56F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649887" y="2260479"/>
                <a:ext cx="865440" cy="71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3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EEE384EA-E990-768E-F782-564F51FB4D4C}"/>
                  </a:ext>
                </a:extLst>
              </p14:cNvPr>
              <p14:cNvContentPartPr/>
              <p14:nvPr/>
            </p14:nvContentPartPr>
            <p14:xfrm>
              <a:off x="2601887" y="3604359"/>
              <a:ext cx="723960" cy="145440"/>
            </p14:xfrm>
          </p:contentPart>
        </mc:Choice>
        <mc:Fallback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EEE384EA-E990-768E-F782-564F51FB4D4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592887" y="3550719"/>
                <a:ext cx="74160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5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9A0D0FF8-E814-9B0C-B004-3EABD5E054F5}"/>
                  </a:ext>
                </a:extLst>
              </p14:cNvPr>
              <p14:cNvContentPartPr/>
              <p14:nvPr/>
            </p14:nvContentPartPr>
            <p14:xfrm>
              <a:off x="2785487" y="3068319"/>
              <a:ext cx="80640" cy="573120"/>
            </p14:xfrm>
          </p:contentPart>
        </mc:Choice>
        <mc:Fallback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9A0D0FF8-E814-9B0C-B004-3EABD5E054F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776847" y="3014679"/>
                <a:ext cx="98280" cy="68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7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B29381C4-60D0-E42A-170D-BE74B824F5EA}"/>
                  </a:ext>
                </a:extLst>
              </p14:cNvPr>
              <p14:cNvContentPartPr/>
              <p14:nvPr/>
            </p14:nvContentPartPr>
            <p14:xfrm>
              <a:off x="3337727" y="3202599"/>
              <a:ext cx="486000" cy="707400"/>
            </p14:xfrm>
          </p:contentPart>
        </mc:Choice>
        <mc:Fallback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B29381C4-60D0-E42A-170D-BE74B824F5E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328727" y="3148959"/>
                <a:ext cx="503640" cy="81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9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E1AEEE15-96FC-7C92-0F64-288580C4723D}"/>
                  </a:ext>
                </a:extLst>
              </p14:cNvPr>
              <p14:cNvContentPartPr/>
              <p14:nvPr/>
            </p14:nvContentPartPr>
            <p14:xfrm>
              <a:off x="4847567" y="3379719"/>
              <a:ext cx="650520" cy="674640"/>
            </p14:xfrm>
          </p:contentPart>
        </mc:Choice>
        <mc:Fallback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E1AEEE15-96FC-7C92-0F64-288580C4723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838927" y="3325719"/>
                <a:ext cx="668160" cy="78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1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9A565235-4509-5498-E35E-D46DB7819C24}"/>
                  </a:ext>
                </a:extLst>
              </p14:cNvPr>
              <p14:cNvContentPartPr/>
              <p14:nvPr/>
            </p14:nvContentPartPr>
            <p14:xfrm>
              <a:off x="5700407" y="3645399"/>
              <a:ext cx="482400" cy="41184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9A565235-4509-5498-E35E-D46DB7819C2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691767" y="3591399"/>
                <a:ext cx="500040" cy="51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3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CF6EDA6D-FF14-2648-60D9-C6C53D5FA7E1}"/>
                  </a:ext>
                </a:extLst>
              </p14:cNvPr>
              <p14:cNvContentPartPr/>
              <p14:nvPr/>
            </p14:nvContentPartPr>
            <p14:xfrm>
              <a:off x="6124847" y="3092799"/>
              <a:ext cx="349920" cy="105804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CF6EDA6D-FF14-2648-60D9-C6C53D5FA7E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115847" y="3038799"/>
                <a:ext cx="367560" cy="11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5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94A959F3-FE81-92BC-B9B1-9DA242B40F40}"/>
                  </a:ext>
                </a:extLst>
              </p14:cNvPr>
              <p14:cNvContentPartPr/>
              <p14:nvPr/>
            </p14:nvContentPartPr>
            <p14:xfrm>
              <a:off x="6112247" y="3919359"/>
              <a:ext cx="332640" cy="125280"/>
            </p14:xfrm>
          </p:contentPart>
        </mc:Choice>
        <mc:Fallback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94A959F3-FE81-92BC-B9B1-9DA242B40F4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103607" y="3865359"/>
                <a:ext cx="3502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7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04197492-8FD6-028F-F4E0-F09BD8FA3B10}"/>
                  </a:ext>
                </a:extLst>
              </p14:cNvPr>
              <p14:cNvContentPartPr/>
              <p14:nvPr/>
            </p14:nvContentPartPr>
            <p14:xfrm>
              <a:off x="6124487" y="3890559"/>
              <a:ext cx="304560" cy="94320"/>
            </p14:xfrm>
          </p:contentPart>
        </mc:Choice>
        <mc:Fallback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04197492-8FD6-028F-F4E0-F09BD8FA3B1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115847" y="3836559"/>
                <a:ext cx="32220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9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CA0A1759-C653-EB79-D3D2-FBFFA6BFDE39}"/>
                  </a:ext>
                </a:extLst>
              </p14:cNvPr>
              <p14:cNvContentPartPr/>
              <p14:nvPr/>
            </p14:nvContentPartPr>
            <p14:xfrm>
              <a:off x="6461447" y="3607599"/>
              <a:ext cx="512640" cy="467640"/>
            </p14:xfrm>
          </p:contentPart>
        </mc:Choice>
        <mc:Fallback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CA0A1759-C653-EB79-D3D2-FBFFA6BFDE39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452807" y="3553959"/>
                <a:ext cx="530280" cy="5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1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F1C52130-414A-1F7D-A759-BC5A43E9D0C4}"/>
                  </a:ext>
                </a:extLst>
              </p14:cNvPr>
              <p14:cNvContentPartPr/>
              <p14:nvPr/>
            </p14:nvContentPartPr>
            <p14:xfrm>
              <a:off x="7296287" y="3748719"/>
              <a:ext cx="335880" cy="449280"/>
            </p14:xfrm>
          </p:contentPart>
        </mc:Choice>
        <mc:Fallback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F1C52130-414A-1F7D-A759-BC5A43E9D0C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287287" y="3695079"/>
                <a:ext cx="353520" cy="55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组合 73">
            <a:extLst>
              <a:ext uri="{FF2B5EF4-FFF2-40B4-BE49-F238E27FC236}">
                <a16:creationId xmlns:a16="http://schemas.microsoft.com/office/drawing/2014/main" id="{E02CD6D6-0495-6E67-2CA4-F372BC8544AF}"/>
              </a:ext>
            </a:extLst>
          </p:cNvPr>
          <p:cNvGrpSpPr/>
          <p:nvPr/>
        </p:nvGrpSpPr>
        <p:grpSpPr>
          <a:xfrm>
            <a:off x="2046767" y="4467999"/>
            <a:ext cx="5262120" cy="1994040"/>
            <a:chOff x="2046767" y="4467999"/>
            <a:chExt cx="5262120" cy="19940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3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A3D94A70-FDFE-7A02-2158-0C660EE6B9DF}"/>
                    </a:ext>
                  </a:extLst>
                </p14:cNvPr>
                <p14:cNvContentPartPr/>
                <p14:nvPr/>
              </p14:nvContentPartPr>
              <p14:xfrm>
                <a:off x="2356367" y="4534959"/>
                <a:ext cx="639000" cy="84996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A3D94A70-FDFE-7A02-2158-0C660EE6B9D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347367" y="4480959"/>
                  <a:ext cx="656640" cy="9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5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46361B58-F857-6772-265C-0AF9CF36C437}"/>
                    </a:ext>
                  </a:extLst>
                </p14:cNvPr>
                <p14:cNvContentPartPr/>
                <p14:nvPr/>
              </p14:nvContentPartPr>
              <p14:xfrm>
                <a:off x="3307127" y="4583559"/>
                <a:ext cx="234360" cy="37548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46361B58-F857-6772-265C-0AF9CF36C43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298487" y="4529559"/>
                  <a:ext cx="25200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7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161DE61A-CC7A-8650-8415-72453B475FF9}"/>
                    </a:ext>
                  </a:extLst>
                </p14:cNvPr>
                <p14:cNvContentPartPr/>
                <p14:nvPr/>
              </p14:nvContentPartPr>
              <p14:xfrm>
                <a:off x="3632927" y="4608759"/>
                <a:ext cx="562680" cy="19728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161DE61A-CC7A-8650-8415-72453B475FF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624287" y="4554759"/>
                  <a:ext cx="5803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9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E7BAB137-5434-75A9-43D7-1986AE0D4481}"/>
                    </a:ext>
                  </a:extLst>
                </p14:cNvPr>
                <p14:cNvContentPartPr/>
                <p14:nvPr/>
              </p14:nvContentPartPr>
              <p14:xfrm>
                <a:off x="4104887" y="4644399"/>
                <a:ext cx="313200" cy="37836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E7BAB137-5434-75A9-43D7-1986AE0D448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095887" y="4590759"/>
                  <a:ext cx="33084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1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578E8BC1-ACA9-E702-0CB4-38E71554A96E}"/>
                    </a:ext>
                  </a:extLst>
                </p14:cNvPr>
                <p14:cNvContentPartPr/>
                <p14:nvPr/>
              </p14:nvContentPartPr>
              <p14:xfrm>
                <a:off x="4448687" y="4687599"/>
                <a:ext cx="423360" cy="64260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578E8BC1-ACA9-E702-0CB4-38E71554A96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440047" y="4633959"/>
                  <a:ext cx="441000" cy="7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3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14C1BC67-0E0E-5F39-2AA6-82066BC992E5}"/>
                    </a:ext>
                  </a:extLst>
                </p14:cNvPr>
                <p14:cNvContentPartPr/>
                <p14:nvPr/>
              </p14:nvContentPartPr>
              <p14:xfrm>
                <a:off x="4890407" y="4521999"/>
                <a:ext cx="743760" cy="102492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14C1BC67-0E0E-5F39-2AA6-82066BC992E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881767" y="4468359"/>
                  <a:ext cx="761400" cy="11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5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1DF76F54-5A1B-68EF-35D7-9E24B4777552}"/>
                    </a:ext>
                  </a:extLst>
                </p14:cNvPr>
                <p14:cNvContentPartPr/>
                <p14:nvPr/>
              </p14:nvContentPartPr>
              <p14:xfrm>
                <a:off x="5688527" y="4694439"/>
                <a:ext cx="313920" cy="48528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1DF76F54-5A1B-68EF-35D7-9E24B477755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679887" y="4640799"/>
                  <a:ext cx="33156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7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4CF71F50-53FC-F711-1EE1-12690DDA2D4F}"/>
                    </a:ext>
                  </a:extLst>
                </p14:cNvPr>
                <p14:cNvContentPartPr/>
                <p14:nvPr/>
              </p14:nvContentPartPr>
              <p14:xfrm>
                <a:off x="6303047" y="4940319"/>
                <a:ext cx="43200" cy="16380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4CF71F50-53FC-F711-1EE1-12690DDA2D4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294047" y="4886319"/>
                  <a:ext cx="608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9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B430260C-4CD9-6E0C-C118-8476FC9C828B}"/>
                    </a:ext>
                  </a:extLst>
                </p14:cNvPr>
                <p14:cNvContentPartPr/>
                <p14:nvPr/>
              </p14:nvContentPartPr>
              <p14:xfrm>
                <a:off x="6382247" y="4467999"/>
                <a:ext cx="11520" cy="2448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B430260C-4CD9-6E0C-C118-8476FC9C828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373607" y="4413999"/>
                  <a:ext cx="291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1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F25518A9-9DC2-D1AD-4AB4-09CA84E99CE7}"/>
                    </a:ext>
                  </a:extLst>
                </p14:cNvPr>
                <p14:cNvContentPartPr/>
                <p14:nvPr/>
              </p14:nvContentPartPr>
              <p14:xfrm>
                <a:off x="6498527" y="4786239"/>
                <a:ext cx="357480" cy="41796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F25518A9-9DC2-D1AD-4AB4-09CA84E99CE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489527" y="4732239"/>
                  <a:ext cx="37512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3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56B998AA-EF26-1034-3A40-10EF69302034}"/>
                    </a:ext>
                  </a:extLst>
                </p14:cNvPr>
                <p14:cNvContentPartPr/>
                <p14:nvPr/>
              </p14:nvContentPartPr>
              <p14:xfrm>
                <a:off x="6891647" y="4946079"/>
                <a:ext cx="417240" cy="6228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56B998AA-EF26-1034-3A40-10EF6930203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883007" y="4892439"/>
                  <a:ext cx="4348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5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39816C13-E325-DDE2-76CD-9C048C30381E}"/>
                    </a:ext>
                  </a:extLst>
                </p14:cNvPr>
                <p14:cNvContentPartPr/>
                <p14:nvPr/>
              </p14:nvContentPartPr>
              <p14:xfrm>
                <a:off x="6922967" y="4676079"/>
                <a:ext cx="294480" cy="70740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39816C13-E325-DDE2-76CD-9C048C30381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913967" y="4622439"/>
                  <a:ext cx="312120" cy="81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7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0E299413-3862-1CFC-8848-6E320867BDED}"/>
                    </a:ext>
                  </a:extLst>
                </p14:cNvPr>
                <p14:cNvContentPartPr/>
                <p14:nvPr/>
              </p14:nvContentPartPr>
              <p14:xfrm>
                <a:off x="2046767" y="6014199"/>
                <a:ext cx="499680" cy="3096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0E299413-3862-1CFC-8848-6E320867BDE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038127" y="5960199"/>
                  <a:ext cx="5173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9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8D256EBB-9F22-5A62-067B-3C80961C46F1}"/>
                    </a:ext>
                  </a:extLst>
                </p14:cNvPr>
                <p14:cNvContentPartPr/>
                <p14:nvPr/>
              </p14:nvContentPartPr>
              <p14:xfrm>
                <a:off x="2939207" y="5639439"/>
                <a:ext cx="638280" cy="68796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8D256EBB-9F22-5A62-067B-3C80961C46F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930567" y="5585799"/>
                  <a:ext cx="655920" cy="79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1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1E2BAEA5-3D19-F696-478E-3C4F5270DE9A}"/>
                    </a:ext>
                  </a:extLst>
                </p14:cNvPr>
                <p14:cNvContentPartPr/>
                <p14:nvPr/>
              </p14:nvContentPartPr>
              <p14:xfrm>
                <a:off x="3859007" y="5884959"/>
                <a:ext cx="393120" cy="29016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1E2BAEA5-3D19-F696-478E-3C4F5270DE9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850367" y="5830959"/>
                  <a:ext cx="41076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3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FFCFA687-EF7C-1F8A-43BC-346EF5859023}"/>
                    </a:ext>
                  </a:extLst>
                </p14:cNvPr>
                <p14:cNvContentPartPr/>
                <p14:nvPr/>
              </p14:nvContentPartPr>
              <p14:xfrm>
                <a:off x="4283447" y="5966679"/>
                <a:ext cx="381240" cy="49536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FFCFA687-EF7C-1F8A-43BC-346EF585902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274447" y="5912679"/>
                  <a:ext cx="39888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5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7E797A54-9139-83A0-3FE1-B63B94D0DD41}"/>
                    </a:ext>
                  </a:extLst>
                </p14:cNvPr>
                <p14:cNvContentPartPr/>
                <p14:nvPr/>
              </p14:nvContentPartPr>
              <p14:xfrm>
                <a:off x="5161127" y="5694879"/>
                <a:ext cx="49680" cy="38628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7E797A54-9139-83A0-3FE1-B63B94D0DD4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152127" y="5640879"/>
                  <a:ext cx="6732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7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14F9A7CC-C21A-5FF2-EB07-2D4BF4E402A0}"/>
                    </a:ext>
                  </a:extLst>
                </p14:cNvPr>
                <p14:cNvContentPartPr/>
                <p14:nvPr/>
              </p14:nvContentPartPr>
              <p14:xfrm>
                <a:off x="5112167" y="6314799"/>
                <a:ext cx="360" cy="36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14F9A7CC-C21A-5FF2-EB07-2D4BF4E402A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103167" y="6261159"/>
                  <a:ext cx="1800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BEE700AC-6070-0A47-99BE-C8C09EA7804A}"/>
              </a:ext>
            </a:extLst>
          </p:cNvPr>
          <p:cNvGrpSpPr/>
          <p:nvPr/>
        </p:nvGrpSpPr>
        <p:grpSpPr>
          <a:xfrm>
            <a:off x="695327" y="2478999"/>
            <a:ext cx="1041840" cy="2819160"/>
            <a:chOff x="695327" y="2478999"/>
            <a:chExt cx="1041840" cy="28191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9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6C0452D9-A92C-9054-C6ED-E8F323413642}"/>
                    </a:ext>
                  </a:extLst>
                </p14:cNvPr>
                <p14:cNvContentPartPr/>
                <p14:nvPr/>
              </p14:nvContentPartPr>
              <p14:xfrm>
                <a:off x="755087" y="2478999"/>
                <a:ext cx="48960" cy="5256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6C0452D9-A92C-9054-C6ED-E8F32341364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46087" y="2425359"/>
                  <a:ext cx="666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1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17B93B44-83A9-139C-9012-7C4E8C3A414F}"/>
                    </a:ext>
                  </a:extLst>
                </p14:cNvPr>
                <p14:cNvContentPartPr/>
                <p14:nvPr/>
              </p14:nvContentPartPr>
              <p14:xfrm>
                <a:off x="926447" y="2675559"/>
                <a:ext cx="196560" cy="14076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17B93B44-83A9-139C-9012-7C4E8C3A414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17447" y="2621919"/>
                  <a:ext cx="2142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3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0AD5B526-4F76-8F4C-7307-BE60F638852D}"/>
                    </a:ext>
                  </a:extLst>
                </p14:cNvPr>
                <p14:cNvContentPartPr/>
                <p14:nvPr/>
              </p14:nvContentPartPr>
              <p14:xfrm>
                <a:off x="964607" y="2693919"/>
                <a:ext cx="454320" cy="748080"/>
              </p14:xfrm>
            </p:contentPart>
          </mc:Choice>
          <mc:Fallback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0AD5B526-4F76-8F4C-7307-BE60F638852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55967" y="2640279"/>
                  <a:ext cx="471960" cy="85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5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C12DC369-107A-76A2-2D5B-9493EF6EE624}"/>
                    </a:ext>
                  </a:extLst>
                </p14:cNvPr>
                <p14:cNvContentPartPr/>
                <p14:nvPr/>
              </p14:nvContentPartPr>
              <p14:xfrm>
                <a:off x="1067207" y="3295119"/>
                <a:ext cx="147960" cy="30204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C12DC369-107A-76A2-2D5B-9493EF6EE62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58567" y="3241479"/>
                  <a:ext cx="16560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7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E9BDFB75-652A-52AD-55B4-74A53FCCC330}"/>
                    </a:ext>
                  </a:extLst>
                </p14:cNvPr>
                <p14:cNvContentPartPr/>
                <p14:nvPr/>
              </p14:nvContentPartPr>
              <p14:xfrm>
                <a:off x="1220567" y="3393759"/>
                <a:ext cx="185040" cy="41688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E9BDFB75-652A-52AD-55B4-74A53FCCC33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211927" y="3339759"/>
                  <a:ext cx="20268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9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895711DC-364E-3D31-A4F1-C9FD76158A32}"/>
                    </a:ext>
                  </a:extLst>
                </p14:cNvPr>
                <p14:cNvContentPartPr/>
                <p14:nvPr/>
              </p14:nvContentPartPr>
              <p14:xfrm>
                <a:off x="1337567" y="3522279"/>
                <a:ext cx="294840" cy="477720"/>
              </p14:xfrm>
            </p:contentPart>
          </mc:Choice>
          <mc:Fallback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895711DC-364E-3D31-A4F1-C9FD76158A3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328927" y="3468639"/>
                  <a:ext cx="31248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1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8C3C1172-3666-0E4D-785E-8D2DC8F3486F}"/>
                    </a:ext>
                  </a:extLst>
                </p14:cNvPr>
                <p14:cNvContentPartPr/>
                <p14:nvPr/>
              </p14:nvContentPartPr>
              <p14:xfrm>
                <a:off x="1502447" y="3982719"/>
                <a:ext cx="234720" cy="331560"/>
              </p14:xfrm>
            </p:contentPart>
          </mc:Choice>
          <mc:Fallback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8C3C1172-3666-0E4D-785E-8D2DC8F3486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493447" y="3929079"/>
                  <a:ext cx="25236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3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4FB77850-05B8-B232-0053-B7F4B531F667}"/>
                    </a:ext>
                  </a:extLst>
                </p14:cNvPr>
                <p14:cNvContentPartPr/>
                <p14:nvPr/>
              </p14:nvContentPartPr>
              <p14:xfrm>
                <a:off x="1115447" y="4308159"/>
                <a:ext cx="462240" cy="46152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4FB77850-05B8-B232-0053-B7F4B531F66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06447" y="4254159"/>
                  <a:ext cx="47988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5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CF85015B-A4B6-DD3D-09CC-4EB258EB9100}"/>
                    </a:ext>
                  </a:extLst>
                </p14:cNvPr>
                <p14:cNvContentPartPr/>
                <p14:nvPr/>
              </p14:nvContentPartPr>
              <p14:xfrm>
                <a:off x="695327" y="4768239"/>
                <a:ext cx="483120" cy="52992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CF85015B-A4B6-DD3D-09CC-4EB258EB910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86327" y="4714599"/>
                  <a:ext cx="500760" cy="63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41FB1E8C-C172-FED6-6DEC-ACE34D15AB8D}"/>
                  </a:ext>
                </a:extLst>
              </p14:cNvPr>
              <p14:cNvContentPartPr/>
              <p14:nvPr/>
            </p14:nvContentPartPr>
            <p14:xfrm>
              <a:off x="917807" y="2172279"/>
              <a:ext cx="867960" cy="173880"/>
            </p14:xfrm>
          </p:contentPart>
        </mc:Choice>
        <mc:Fallback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41FB1E8C-C172-FED6-6DEC-ACE34D15AB8D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900167" y="2154279"/>
                <a:ext cx="90360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AEBE0235-A864-0C96-D306-288AC2D5C7AD}"/>
                  </a:ext>
                </a:extLst>
              </p14:cNvPr>
              <p14:cNvContentPartPr/>
              <p14:nvPr/>
            </p14:nvContentPartPr>
            <p14:xfrm>
              <a:off x="1075487" y="2687799"/>
              <a:ext cx="784080" cy="384120"/>
            </p14:xfrm>
          </p:contentPart>
        </mc:Choice>
        <mc:Fallback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AEBE0235-A864-0C96-D306-288AC2D5C7AD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057847" y="2669799"/>
                <a:ext cx="81972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8741A6C5-3BEC-3772-0A58-ECC6C0E75ACA}"/>
                  </a:ext>
                </a:extLst>
              </p14:cNvPr>
              <p14:cNvContentPartPr/>
              <p14:nvPr/>
            </p14:nvContentPartPr>
            <p14:xfrm>
              <a:off x="1079447" y="3381159"/>
              <a:ext cx="589680" cy="538920"/>
            </p14:xfrm>
          </p:contentPart>
        </mc:Choice>
        <mc:Fallback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8741A6C5-3BEC-3772-0A58-ECC6C0E75ACA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061807" y="3363519"/>
                <a:ext cx="625320" cy="5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676FC12A-D28B-4BA0-066F-AFAB72BB10F6}"/>
                  </a:ext>
                </a:extLst>
              </p14:cNvPr>
              <p14:cNvContentPartPr/>
              <p14:nvPr/>
            </p14:nvContentPartPr>
            <p14:xfrm>
              <a:off x="950927" y="4191519"/>
              <a:ext cx="804600" cy="521280"/>
            </p14:xfrm>
          </p:contentPart>
        </mc:Choice>
        <mc:Fallback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676FC12A-D28B-4BA0-066F-AFAB72BB10F6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32927" y="4173519"/>
                <a:ext cx="840240" cy="55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651EE85A-6293-72E4-3E22-05568FAE8706}"/>
                  </a:ext>
                </a:extLst>
              </p14:cNvPr>
              <p14:cNvContentPartPr/>
              <p14:nvPr/>
            </p14:nvContentPartPr>
            <p14:xfrm>
              <a:off x="707207" y="5179359"/>
              <a:ext cx="115200" cy="79200"/>
            </p14:xfrm>
          </p:contentPart>
        </mc:Choice>
        <mc:Fallback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651EE85A-6293-72E4-3E22-05568FAE8706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89567" y="5161359"/>
                <a:ext cx="150840" cy="11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组合 96">
            <a:extLst>
              <a:ext uri="{FF2B5EF4-FFF2-40B4-BE49-F238E27FC236}">
                <a16:creationId xmlns:a16="http://schemas.microsoft.com/office/drawing/2014/main" id="{EEC6164F-6B3F-DEC1-46F7-A440513E3876}"/>
              </a:ext>
            </a:extLst>
          </p:cNvPr>
          <p:cNvGrpSpPr/>
          <p:nvPr/>
        </p:nvGrpSpPr>
        <p:grpSpPr>
          <a:xfrm>
            <a:off x="8204567" y="653079"/>
            <a:ext cx="3206520" cy="752400"/>
            <a:chOff x="8204567" y="653079"/>
            <a:chExt cx="3206520" cy="75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DD85F2C4-AA73-90E2-14BC-22148143F717}"/>
                    </a:ext>
                  </a:extLst>
                </p14:cNvPr>
                <p14:cNvContentPartPr/>
                <p14:nvPr/>
              </p14:nvContentPartPr>
              <p14:xfrm>
                <a:off x="8204567" y="653079"/>
                <a:ext cx="1111320" cy="47628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DD85F2C4-AA73-90E2-14BC-22148143F71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186927" y="635079"/>
                  <a:ext cx="114696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A6308832-C141-2A1C-B0CF-CC27DFA0B27E}"/>
                    </a:ext>
                  </a:extLst>
                </p14:cNvPr>
                <p14:cNvContentPartPr/>
                <p14:nvPr/>
              </p14:nvContentPartPr>
              <p14:xfrm>
                <a:off x="9530447" y="1233039"/>
                <a:ext cx="1880640" cy="172440"/>
              </p14:xfrm>
            </p:contentPart>
          </mc:Choice>
          <mc:Fallback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A6308832-C141-2A1C-B0CF-CC27DFA0B27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512447" y="1215399"/>
                  <a:ext cx="1916280" cy="20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1D6B9C1A-6E69-A67F-99A3-497741FCB7E3}"/>
                  </a:ext>
                </a:extLst>
              </p14:cNvPr>
              <p14:cNvContentPartPr/>
              <p14:nvPr/>
            </p14:nvContentPartPr>
            <p14:xfrm>
              <a:off x="10346567" y="2448399"/>
              <a:ext cx="1507320" cy="125640"/>
            </p14:xfrm>
          </p:contentPart>
        </mc:Choice>
        <mc:Fallback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1D6B9C1A-6E69-A67F-99A3-497741FCB7E3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0328567" y="2430399"/>
                <a:ext cx="1542960" cy="16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组合 95">
            <a:extLst>
              <a:ext uri="{FF2B5EF4-FFF2-40B4-BE49-F238E27FC236}">
                <a16:creationId xmlns:a16="http://schemas.microsoft.com/office/drawing/2014/main" id="{29DD6442-1441-C843-08DC-A1C685AAA442}"/>
              </a:ext>
            </a:extLst>
          </p:cNvPr>
          <p:cNvGrpSpPr/>
          <p:nvPr/>
        </p:nvGrpSpPr>
        <p:grpSpPr>
          <a:xfrm>
            <a:off x="8394647" y="4007199"/>
            <a:ext cx="1694880" cy="754200"/>
            <a:chOff x="8394647" y="4007199"/>
            <a:chExt cx="1694880" cy="75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85BCBFB7-419A-BB2B-1F28-ACCC8576B083}"/>
                    </a:ext>
                  </a:extLst>
                </p14:cNvPr>
                <p14:cNvContentPartPr/>
                <p14:nvPr/>
              </p14:nvContentPartPr>
              <p14:xfrm>
                <a:off x="9469247" y="4007199"/>
                <a:ext cx="620280" cy="228960"/>
              </p14:xfrm>
            </p:contentPart>
          </mc:Choice>
          <mc:Fallback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85BCBFB7-419A-BB2B-1F28-ACCC8576B08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451247" y="3989199"/>
                  <a:ext cx="6559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4DC74B6A-BD78-50D4-4B1D-461635C4B17A}"/>
                    </a:ext>
                  </a:extLst>
                </p14:cNvPr>
                <p14:cNvContentPartPr/>
                <p14:nvPr/>
              </p14:nvContentPartPr>
              <p14:xfrm>
                <a:off x="8394647" y="4326519"/>
                <a:ext cx="576720" cy="434880"/>
              </p14:xfrm>
            </p:contentPart>
          </mc:Choice>
          <mc:Fallback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4DC74B6A-BD78-50D4-4B1D-461635C4B17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377007" y="4308519"/>
                  <a:ext cx="612360" cy="47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95" name="墨迹 94">
                <a:extLst>
                  <a:ext uri="{FF2B5EF4-FFF2-40B4-BE49-F238E27FC236}">
                    <a16:creationId xmlns:a16="http://schemas.microsoft.com/office/drawing/2014/main" id="{05B38495-F4A2-D8DC-29CA-4FE457E3C35A}"/>
                  </a:ext>
                </a:extLst>
              </p14:cNvPr>
              <p14:cNvContentPartPr/>
              <p14:nvPr/>
            </p14:nvContentPartPr>
            <p14:xfrm>
              <a:off x="8106647" y="5044359"/>
              <a:ext cx="903600" cy="364320"/>
            </p14:xfrm>
          </p:contentPart>
        </mc:Choice>
        <mc:Fallback>
          <p:pic>
            <p:nvPicPr>
              <p:cNvPr id="95" name="墨迹 94">
                <a:extLst>
                  <a:ext uri="{FF2B5EF4-FFF2-40B4-BE49-F238E27FC236}">
                    <a16:creationId xmlns:a16="http://schemas.microsoft.com/office/drawing/2014/main" id="{05B38495-F4A2-D8DC-29CA-4FE457E3C35A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8088647" y="5026359"/>
                <a:ext cx="939240" cy="39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40346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BCC9853494884395188DA013FCC994" ma:contentTypeVersion="9" ma:contentTypeDescription="Create a new document." ma:contentTypeScope="" ma:versionID="09f37aea7d1c89ff81c5bc5f6ba74bb4">
  <xsd:schema xmlns:xsd="http://www.w3.org/2001/XMLSchema" xmlns:xs="http://www.w3.org/2001/XMLSchema" xmlns:p="http://schemas.microsoft.com/office/2006/metadata/properties" xmlns:ns3="f94025ba-393f-4421-9cbc-30d8ce3ad3d4" targetNamespace="http://schemas.microsoft.com/office/2006/metadata/properties" ma:root="true" ma:fieldsID="f61eb787466e02eff399ac17eed51751" ns3:_="">
    <xsd:import namespace="f94025ba-393f-4421-9cbc-30d8ce3ad3d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4025ba-393f-4421-9cbc-30d8ce3ad3d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4025ba-393f-4421-9cbc-30d8ce3ad3d4" xsi:nil="true"/>
  </documentManagement>
</p:properties>
</file>

<file path=customXml/itemProps1.xml><?xml version="1.0" encoding="utf-8"?>
<ds:datastoreItem xmlns:ds="http://schemas.openxmlformats.org/officeDocument/2006/customXml" ds:itemID="{CCA5CF38-6852-45C5-A0C8-958385199E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4025ba-393f-4421-9cbc-30d8ce3ad3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66ECAE4-2E28-467D-B1A8-C0A975013E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57E237-C29D-44B4-BDA9-5397658F083B}">
  <ds:schemaRefs>
    <ds:schemaRef ds:uri="http://purl.org/dc/dcmitype/"/>
    <ds:schemaRef ds:uri="http://purl.org/dc/elements/1.1/"/>
    <ds:schemaRef ds:uri="http://purl.org/dc/terms/"/>
    <ds:schemaRef ds:uri="f94025ba-393f-4421-9cbc-30d8ce3ad3d4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60</Words>
  <Application>Microsoft Office PowerPoint</Application>
  <PresentationFormat>宽屏</PresentationFormat>
  <Paragraphs>22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Arial</vt:lpstr>
      <vt:lpstr>Arial Black</vt:lpstr>
      <vt:lpstr>Office 主题​​</vt:lpstr>
      <vt:lpstr>Haw tu maek a powapoynt</vt:lpstr>
      <vt:lpstr>Step 1</vt:lpstr>
      <vt:lpstr>Step 2</vt:lpstr>
      <vt:lpstr>Step 3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 Xie (Student - ACC)</dc:creator>
  <cp:lastModifiedBy>Lin Xie (Student - ACC)</cp:lastModifiedBy>
  <cp:revision>1</cp:revision>
  <dcterms:created xsi:type="dcterms:W3CDTF">2026-01-25T12:38:14Z</dcterms:created>
  <dcterms:modified xsi:type="dcterms:W3CDTF">2026-01-25T12:58:04Z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0x010100CDBCC9853494884395188DA013FCC994</vt:lpwstr>
  </property>
</Properties>
</file>